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Lst>
  <p:notesMasterIdLst>
    <p:notesMasterId r:id="rId12"/>
  </p:notesMasterIdLst>
  <p:sldIdLst>
    <p:sldId id="257" r:id="rId3"/>
    <p:sldId id="258" r:id="rId4"/>
    <p:sldId id="260" r:id="rId5"/>
    <p:sldId id="269" r:id="rId6"/>
    <p:sldId id="300" r:id="rId7"/>
    <p:sldId id="273" r:id="rId8"/>
    <p:sldId id="271" r:id="rId9"/>
    <p:sldId id="274" r:id="rId10"/>
    <p:sldId id="27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8F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5967" autoAdjust="0"/>
  </p:normalViewPr>
  <p:slideViewPr>
    <p:cSldViewPr snapToGrid="0" showGuides="1">
      <p:cViewPr>
        <p:scale>
          <a:sx n="111" d="100"/>
          <a:sy n="111" d="100"/>
        </p:scale>
        <p:origin x="630" y="174"/>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0"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8781"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F69ED9-BE2E-44F6-A812-4DA88823DBBC}" type="datetimeFigureOut">
              <a:rPr lang="zh-CN" altLang="en-US" smtClean="0"/>
              <a:t>2021/4/25</a:t>
            </a:fld>
            <a:endParaRPr lang="zh-CN" altLang="en-US"/>
          </a:p>
        </p:txBody>
      </p:sp>
      <p:sp>
        <p:nvSpPr>
          <p:cNvPr id="1048782"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83"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84"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8785"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469443-C213-4BB7-8BF6-6EA82BFBFCB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幻灯片图像占位符 1"/>
          <p:cNvSpPr>
            <a:spLocks noGrp="1" noRot="1" noChangeAspect="1"/>
          </p:cNvSpPr>
          <p:nvPr>
            <p:ph type="sldImg"/>
          </p:nvPr>
        </p:nvSpPr>
        <p:spPr/>
      </p:sp>
      <p:sp>
        <p:nvSpPr>
          <p:cNvPr id="1048591" name="备注占位符 2"/>
          <p:cNvSpPr>
            <a:spLocks noGrp="1"/>
          </p:cNvSpPr>
          <p:nvPr>
            <p:ph type="body" idx="1"/>
          </p:nvPr>
        </p:nvSpPr>
        <p:spPr/>
        <p:txBody>
          <a:bodyPr/>
          <a:lstStyle/>
          <a:p>
            <a:endParaRPr lang="zh-CN" altLang="en-US"/>
          </a:p>
        </p:txBody>
      </p:sp>
      <p:sp>
        <p:nvSpPr>
          <p:cNvPr id="1048592" name="灯片编号占位符 3"/>
          <p:cNvSpPr>
            <a:spLocks noGrp="1"/>
          </p:cNvSpPr>
          <p:nvPr>
            <p:ph type="sldNum" sz="quarter" idx="10"/>
          </p:nvPr>
        </p:nvSpPr>
        <p:spPr/>
        <p:txBody>
          <a:bodyPr/>
          <a:lstStyle/>
          <a:p>
            <a:fld id="{35469443-C213-4BB7-8BF6-6EA82BFBFCB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幻灯片图像占位符 1"/>
          <p:cNvSpPr>
            <a:spLocks noGrp="1" noRot="1" noChangeAspect="1"/>
          </p:cNvSpPr>
          <p:nvPr>
            <p:ph type="sldImg"/>
          </p:nvPr>
        </p:nvSpPr>
        <p:spPr/>
      </p:sp>
      <p:sp>
        <p:nvSpPr>
          <p:cNvPr id="1048598" name="备注占位符 2"/>
          <p:cNvSpPr>
            <a:spLocks noGrp="1"/>
          </p:cNvSpPr>
          <p:nvPr>
            <p:ph type="body" idx="1"/>
          </p:nvPr>
        </p:nvSpPr>
        <p:spPr/>
        <p:txBody>
          <a:bodyPr/>
          <a:lstStyle/>
          <a:p>
            <a:endParaRPr lang="zh-CN" altLang="en-US"/>
          </a:p>
        </p:txBody>
      </p:sp>
      <p:sp>
        <p:nvSpPr>
          <p:cNvPr id="1048599" name="灯片编号占位符 3"/>
          <p:cNvSpPr>
            <a:spLocks noGrp="1"/>
          </p:cNvSpPr>
          <p:nvPr>
            <p:ph type="sldNum" sz="quarter" idx="10"/>
          </p:nvPr>
        </p:nvSpPr>
        <p:spPr/>
        <p:txBody>
          <a:bodyPr/>
          <a:lstStyle/>
          <a:p>
            <a:fld id="{35469443-C213-4BB7-8BF6-6EA82BFBFCB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幻灯片图像占位符 1"/>
          <p:cNvSpPr>
            <a:spLocks noGrp="1" noRot="1" noChangeAspect="1"/>
          </p:cNvSpPr>
          <p:nvPr>
            <p:ph type="sldImg"/>
          </p:nvPr>
        </p:nvSpPr>
        <p:spPr/>
      </p:sp>
      <p:sp>
        <p:nvSpPr>
          <p:cNvPr id="1048610" name="备注占位符 2"/>
          <p:cNvSpPr>
            <a:spLocks noGrp="1"/>
          </p:cNvSpPr>
          <p:nvPr>
            <p:ph type="body" idx="1"/>
          </p:nvPr>
        </p:nvSpPr>
        <p:spPr/>
        <p:txBody>
          <a:bodyPr/>
          <a:lstStyle/>
          <a:p>
            <a:endParaRPr lang="zh-CN" altLang="en-US"/>
          </a:p>
        </p:txBody>
      </p:sp>
      <p:sp>
        <p:nvSpPr>
          <p:cNvPr id="1048611" name="灯片编号占位符 3"/>
          <p:cNvSpPr>
            <a:spLocks noGrp="1"/>
          </p:cNvSpPr>
          <p:nvPr>
            <p:ph type="sldNum" sz="quarter" idx="10"/>
          </p:nvPr>
        </p:nvSpPr>
        <p:spPr/>
        <p:txBody>
          <a:bodyPr/>
          <a:lstStyle/>
          <a:p>
            <a:fld id="{35469443-C213-4BB7-8BF6-6EA82BFBFCB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幻灯片图像占位符 1"/>
          <p:cNvSpPr>
            <a:spLocks noGrp="1" noRot="1" noChangeAspect="1"/>
          </p:cNvSpPr>
          <p:nvPr>
            <p:ph type="sldImg"/>
          </p:nvPr>
        </p:nvSpPr>
        <p:spPr/>
      </p:sp>
      <p:sp>
        <p:nvSpPr>
          <p:cNvPr id="1048650" name="备注占位符 2"/>
          <p:cNvSpPr>
            <a:spLocks noGrp="1"/>
          </p:cNvSpPr>
          <p:nvPr>
            <p:ph type="body" idx="1"/>
          </p:nvPr>
        </p:nvSpPr>
        <p:spPr/>
        <p:txBody>
          <a:bodyPr/>
          <a:lstStyle/>
          <a:p>
            <a:endParaRPr lang="zh-CN" altLang="en-US"/>
          </a:p>
        </p:txBody>
      </p:sp>
      <p:sp>
        <p:nvSpPr>
          <p:cNvPr id="1048651" name="灯片编号占位符 3"/>
          <p:cNvSpPr>
            <a:spLocks noGrp="1"/>
          </p:cNvSpPr>
          <p:nvPr>
            <p:ph type="sldNum" sz="quarter" idx="10"/>
          </p:nvPr>
        </p:nvSpPr>
        <p:spPr/>
        <p:txBody>
          <a:bodyPr/>
          <a:lstStyle/>
          <a:p>
            <a:fld id="{35469443-C213-4BB7-8BF6-6EA82BFBFCB0}"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0"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zh-CN" altLang="en-US"/>
          </a:p>
        </p:txBody>
      </p:sp>
      <p:sp>
        <p:nvSpPr>
          <p:cNvPr id="1048814" name="灯片编号占位符 3"/>
          <p:cNvSpPr>
            <a:spLocks noGrp="1"/>
          </p:cNvSpPr>
          <p:nvPr>
            <p:ph type="sldNum" sz="quarter" idx="10"/>
          </p:nvPr>
        </p:nvSpPr>
        <p:spPr/>
        <p:txBody>
          <a:bodyPr/>
          <a:lstStyle/>
          <a:p>
            <a:fld id="{35469443-C213-4BB7-8BF6-6EA82BFBFCB0}"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幻灯片图像占位符 1"/>
          <p:cNvSpPr>
            <a:spLocks noGrp="1" noRot="1" noChangeAspect="1"/>
          </p:cNvSpPr>
          <p:nvPr>
            <p:ph type="sldImg"/>
          </p:nvPr>
        </p:nvSpPr>
        <p:spPr/>
      </p:sp>
      <p:sp>
        <p:nvSpPr>
          <p:cNvPr id="1048669" name="备注占位符 2"/>
          <p:cNvSpPr>
            <a:spLocks noGrp="1"/>
          </p:cNvSpPr>
          <p:nvPr>
            <p:ph type="body" idx="1"/>
          </p:nvPr>
        </p:nvSpPr>
        <p:spPr/>
        <p:txBody>
          <a:bodyPr/>
          <a:lstStyle/>
          <a:p>
            <a:endParaRPr lang="zh-CN" altLang="en-US"/>
          </a:p>
        </p:txBody>
      </p:sp>
      <p:sp>
        <p:nvSpPr>
          <p:cNvPr id="1048670" name="灯片编号占位符 3"/>
          <p:cNvSpPr>
            <a:spLocks noGrp="1"/>
          </p:cNvSpPr>
          <p:nvPr>
            <p:ph type="sldNum" sz="quarter" idx="10"/>
          </p:nvPr>
        </p:nvSpPr>
        <p:spPr/>
        <p:txBody>
          <a:bodyPr/>
          <a:lstStyle/>
          <a:p>
            <a:fld id="{35469443-C213-4BB7-8BF6-6EA82BFBFCB0}"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幻灯片图像占位符 1"/>
          <p:cNvSpPr>
            <a:spLocks noGrp="1" noRot="1" noChangeAspect="1"/>
          </p:cNvSpPr>
          <p:nvPr>
            <p:ph type="sldImg"/>
          </p:nvPr>
        </p:nvSpPr>
        <p:spPr/>
      </p:sp>
      <p:sp>
        <p:nvSpPr>
          <p:cNvPr id="1048660" name="备注占位符 2"/>
          <p:cNvSpPr>
            <a:spLocks noGrp="1"/>
          </p:cNvSpPr>
          <p:nvPr>
            <p:ph type="body" idx="1"/>
          </p:nvPr>
        </p:nvSpPr>
        <p:spPr/>
        <p:txBody>
          <a:bodyPr/>
          <a:lstStyle/>
          <a:p>
            <a:endParaRPr lang="zh-CN" altLang="en-US"/>
          </a:p>
        </p:txBody>
      </p:sp>
      <p:sp>
        <p:nvSpPr>
          <p:cNvPr id="1048661" name="灯片编号占位符 3"/>
          <p:cNvSpPr>
            <a:spLocks noGrp="1"/>
          </p:cNvSpPr>
          <p:nvPr>
            <p:ph type="sldNum" sz="quarter" idx="10"/>
          </p:nvPr>
        </p:nvSpPr>
        <p:spPr/>
        <p:txBody>
          <a:bodyPr/>
          <a:lstStyle/>
          <a:p>
            <a:fld id="{35469443-C213-4BB7-8BF6-6EA82BFBFCB0}"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幻灯片图像占位符 1"/>
          <p:cNvSpPr>
            <a:spLocks noGrp="1" noRot="1" noChangeAspect="1"/>
          </p:cNvSpPr>
          <p:nvPr>
            <p:ph type="sldImg"/>
          </p:nvPr>
        </p:nvSpPr>
        <p:spPr/>
      </p:sp>
      <p:sp>
        <p:nvSpPr>
          <p:cNvPr id="1048678" name="备注占位符 2"/>
          <p:cNvSpPr>
            <a:spLocks noGrp="1"/>
          </p:cNvSpPr>
          <p:nvPr>
            <p:ph type="body" idx="1"/>
          </p:nvPr>
        </p:nvSpPr>
        <p:spPr/>
        <p:txBody>
          <a:bodyPr/>
          <a:lstStyle/>
          <a:p>
            <a:endParaRPr lang="zh-CN" altLang="en-US"/>
          </a:p>
        </p:txBody>
      </p:sp>
      <p:sp>
        <p:nvSpPr>
          <p:cNvPr id="1048679" name="灯片编号占位符 3"/>
          <p:cNvSpPr>
            <a:spLocks noGrp="1"/>
          </p:cNvSpPr>
          <p:nvPr>
            <p:ph type="sldNum" sz="quarter" idx="10"/>
          </p:nvPr>
        </p:nvSpPr>
        <p:spPr/>
        <p:txBody>
          <a:bodyPr/>
          <a:lstStyle/>
          <a:p>
            <a:fld id="{35469443-C213-4BB7-8BF6-6EA82BFBFCB0}"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幻灯片图像占位符 1"/>
          <p:cNvSpPr>
            <a:spLocks noGrp="1" noRot="1" noChangeAspect="1"/>
          </p:cNvSpPr>
          <p:nvPr>
            <p:ph type="sldImg"/>
          </p:nvPr>
        </p:nvSpPr>
        <p:spPr/>
      </p:sp>
      <p:sp>
        <p:nvSpPr>
          <p:cNvPr id="1048694" name="备注占位符 2"/>
          <p:cNvSpPr>
            <a:spLocks noGrp="1"/>
          </p:cNvSpPr>
          <p:nvPr>
            <p:ph type="body" idx="1"/>
          </p:nvPr>
        </p:nvSpPr>
        <p:spPr/>
        <p:txBody>
          <a:bodyPr/>
          <a:lstStyle/>
          <a:p>
            <a:endParaRPr lang="zh-CN" altLang="en-US"/>
          </a:p>
        </p:txBody>
      </p:sp>
      <p:sp>
        <p:nvSpPr>
          <p:cNvPr id="1048695" name="灯片编号占位符 3"/>
          <p:cNvSpPr>
            <a:spLocks noGrp="1"/>
          </p:cNvSpPr>
          <p:nvPr>
            <p:ph type="sldNum" sz="quarter" idx="10"/>
          </p:nvPr>
        </p:nvSpPr>
        <p:spPr/>
        <p:txBody>
          <a:bodyPr/>
          <a:lstStyle/>
          <a:p>
            <a:fld id="{35469443-C213-4BB7-8BF6-6EA82BFBFCB0}" type="slidenum">
              <a:rPr lang="zh-CN" altLang="en-US" smtClean="0"/>
              <a:t>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48775"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048771"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048777"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4877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48766"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048773"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1048779"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048769"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1048770" name="矩形 3"/>
          <p:cNvSpPr/>
          <p:nvPr userDrawn="1"/>
        </p:nvSpPr>
        <p:spPr>
          <a:xfrm>
            <a:off x="8325228" y="6545425"/>
            <a:ext cx="775136" cy="230832"/>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r>
              <a:rPr lang="en-US" altLang="zh-CN" sz="100" dirty="0">
                <a:solidFill>
                  <a:prstClr val="white"/>
                </a:solidFill>
                <a:latin typeface="Calibri"/>
                <a:ea typeface="宋体"/>
              </a:rPr>
              <a: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048776"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1048768"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1048774"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1048767"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1048778"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48"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1048749"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750"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51"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52"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01" name="标题 1"/>
          <p:cNvSpPr>
            <a:spLocks noGrp="1"/>
          </p:cNvSpPr>
          <p:nvPr>
            <p:ph type="title"/>
          </p:nvPr>
        </p:nvSpPr>
        <p:spPr/>
        <p:txBody>
          <a:bodyPr/>
          <a:lstStyle/>
          <a:p>
            <a:r>
              <a:rPr lang="zh-CN" altLang="en-US"/>
              <a:t>单击此处编辑母版标题样式</a:t>
            </a:r>
          </a:p>
        </p:txBody>
      </p:sp>
      <p:sp>
        <p:nvSpPr>
          <p:cNvPr id="1048702"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03"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04"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05"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61"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1048762"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1048763"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64"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5"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13" name="标题 1"/>
          <p:cNvSpPr>
            <a:spLocks noGrp="1"/>
          </p:cNvSpPr>
          <p:nvPr>
            <p:ph type="title"/>
          </p:nvPr>
        </p:nvSpPr>
        <p:spPr/>
        <p:txBody>
          <a:bodyPr/>
          <a:lstStyle/>
          <a:p>
            <a:r>
              <a:rPr lang="zh-CN" altLang="en-US"/>
              <a:t>单击此处编辑母版标题样式</a:t>
            </a:r>
          </a:p>
        </p:txBody>
      </p:sp>
      <p:sp>
        <p:nvSpPr>
          <p:cNvPr id="1048714"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5"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6"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17"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1048718"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53" name="标题 1"/>
          <p:cNvSpPr>
            <a:spLocks noGrp="1"/>
          </p:cNvSpPr>
          <p:nvPr>
            <p:ph type="title"/>
          </p:nvPr>
        </p:nvSpPr>
        <p:spPr/>
        <p:txBody>
          <a:bodyPr/>
          <a:lstStyle/>
          <a:p>
            <a:r>
              <a:rPr lang="zh-CN" altLang="en-US"/>
              <a:t>单击此处编辑母版标题样式</a:t>
            </a:r>
          </a:p>
        </p:txBody>
      </p:sp>
      <p:sp>
        <p:nvSpPr>
          <p:cNvPr id="104875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5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56"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57"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58"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59"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1048760"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35" name="标题 1"/>
          <p:cNvSpPr>
            <a:spLocks noGrp="1"/>
          </p:cNvSpPr>
          <p:nvPr>
            <p:ph type="title"/>
          </p:nvPr>
        </p:nvSpPr>
        <p:spPr/>
        <p:txBody>
          <a:bodyPr/>
          <a:lstStyle/>
          <a:p>
            <a:r>
              <a:rPr lang="zh-CN" altLang="en-US"/>
              <a:t>单击此处编辑母版标题样式</a:t>
            </a:r>
          </a:p>
        </p:txBody>
      </p:sp>
      <p:sp>
        <p:nvSpPr>
          <p:cNvPr id="1048736"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37"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1048738"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39"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40"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1048741"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74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104874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4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4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104874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729"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1048730"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31"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32"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33"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1048734"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19" name="标题 1"/>
          <p:cNvSpPr>
            <a:spLocks noGrp="1"/>
          </p:cNvSpPr>
          <p:nvPr>
            <p:ph type="title"/>
          </p:nvPr>
        </p:nvSpPr>
        <p:spPr/>
        <p:txBody>
          <a:bodyPr/>
          <a:lstStyle/>
          <a:p>
            <a:r>
              <a:rPr lang="zh-CN" altLang="en-US"/>
              <a:t>单击此处编辑母版标题样式</a:t>
            </a:r>
          </a:p>
        </p:txBody>
      </p:sp>
      <p:sp>
        <p:nvSpPr>
          <p:cNvPr id="1048720"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21"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22"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23"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48724"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1048725"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26"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72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28"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97152" name="图片 1"/>
          <p:cNvPicPr>
            <a:picLocks noChangeAspect="1"/>
          </p:cNvPicPr>
          <p:nvPr userDrawn="1"/>
        </p:nvPicPr>
        <p:blipFill>
          <a:blip r:embed="rId16"/>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96"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1048697"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98"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t>2021/4/25</a:t>
            </a:fld>
            <a:endParaRPr lang="zh-CN" altLang="en-US">
              <a:solidFill>
                <a:prstClr val="black">
                  <a:tint val="75000"/>
                </a:prstClr>
              </a:solidFill>
            </a:endParaRPr>
          </a:p>
        </p:txBody>
      </p:sp>
      <p:sp>
        <p:nvSpPr>
          <p:cNvPr id="1048699"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1048700"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图片 6"/>
          <p:cNvPicPr>
            <a:picLocks noChangeAspect="1"/>
          </p:cNvPicPr>
          <p:nvPr/>
        </p:nvPicPr>
        <p:blipFill>
          <a:blip r:embed="rId3" cstate="screen"/>
          <a:stretch>
            <a:fillRect/>
          </a:stretch>
        </p:blipFill>
        <p:spPr>
          <a:xfrm>
            <a:off x="4165600" y="4292613"/>
            <a:ext cx="8026400" cy="2565387"/>
          </a:xfrm>
          <a:prstGeom prst="rect">
            <a:avLst/>
          </a:prstGeom>
          <a:noFill/>
        </p:spPr>
      </p:pic>
      <p:pic>
        <p:nvPicPr>
          <p:cNvPr id="2097154" name="图片 4"/>
          <p:cNvPicPr>
            <a:picLocks noChangeAspect="1"/>
          </p:cNvPicPr>
          <p:nvPr/>
        </p:nvPicPr>
        <p:blipFill>
          <a:blip r:embed="rId4" cstate="screen"/>
          <a:stretch>
            <a:fillRect/>
          </a:stretch>
        </p:blipFill>
        <p:spPr>
          <a:xfrm>
            <a:off x="1" y="5105400"/>
            <a:ext cx="4732020" cy="1752600"/>
          </a:xfrm>
          <a:prstGeom prst="rect">
            <a:avLst/>
          </a:prstGeom>
        </p:spPr>
      </p:pic>
      <p:sp>
        <p:nvSpPr>
          <p:cNvPr id="1048576" name="矩形 17"/>
          <p:cNvSpPr/>
          <p:nvPr/>
        </p:nvSpPr>
        <p:spPr>
          <a:xfrm>
            <a:off x="3663011" y="3340439"/>
            <a:ext cx="5081520" cy="400110"/>
          </a:xfrm>
          <a:prstGeom prst="rect">
            <a:avLst/>
          </a:prstGeom>
        </p:spPr>
        <p:txBody>
          <a:bodyPr wrap="square">
            <a:spAutoFit/>
          </a:bodyPr>
          <a:lstStyle/>
          <a:p>
            <a:pPr algn="dist"/>
            <a:r>
              <a:rPr lang="zh-CN" altLang="en-US" sz="2000" dirty="0">
                <a:latin typeface="+mn-ea"/>
              </a:rPr>
              <a:t> HAPPY DRAGON BOAT FESTIVAL </a:t>
            </a:r>
          </a:p>
        </p:txBody>
      </p:sp>
      <p:grpSp>
        <p:nvGrpSpPr>
          <p:cNvPr id="30" name="组合 31"/>
          <p:cNvGrpSpPr/>
          <p:nvPr/>
        </p:nvGrpSpPr>
        <p:grpSpPr>
          <a:xfrm>
            <a:off x="4055147" y="2834295"/>
            <a:ext cx="4179192" cy="419100"/>
            <a:chOff x="3492500" y="2616200"/>
            <a:chExt cx="4179192" cy="419100"/>
          </a:xfrm>
        </p:grpSpPr>
        <p:sp>
          <p:nvSpPr>
            <p:cNvPr id="1048577" name="椭圆 21"/>
            <p:cNvSpPr/>
            <p:nvPr/>
          </p:nvSpPr>
          <p:spPr>
            <a:xfrm>
              <a:off x="3492500"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中</a:t>
              </a:r>
            </a:p>
          </p:txBody>
        </p:sp>
        <p:sp>
          <p:nvSpPr>
            <p:cNvPr id="1048578" name="椭圆 22"/>
            <p:cNvSpPr/>
            <p:nvPr/>
          </p:nvSpPr>
          <p:spPr>
            <a:xfrm>
              <a:off x="4029656"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国</a:t>
              </a:r>
            </a:p>
          </p:txBody>
        </p:sp>
        <p:sp>
          <p:nvSpPr>
            <p:cNvPr id="1048579" name="椭圆 23"/>
            <p:cNvSpPr/>
            <p:nvPr/>
          </p:nvSpPr>
          <p:spPr>
            <a:xfrm>
              <a:off x="4566812"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传</a:t>
              </a:r>
            </a:p>
          </p:txBody>
        </p:sp>
        <p:sp>
          <p:nvSpPr>
            <p:cNvPr id="1048580" name="椭圆 24"/>
            <p:cNvSpPr/>
            <p:nvPr/>
          </p:nvSpPr>
          <p:spPr>
            <a:xfrm>
              <a:off x="5103968"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统</a:t>
              </a:r>
            </a:p>
          </p:txBody>
        </p:sp>
        <p:sp>
          <p:nvSpPr>
            <p:cNvPr id="1048581" name="椭圆 25"/>
            <p:cNvSpPr/>
            <p:nvPr/>
          </p:nvSpPr>
          <p:spPr>
            <a:xfrm>
              <a:off x="5641124"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节</a:t>
              </a:r>
            </a:p>
          </p:txBody>
        </p:sp>
        <p:sp>
          <p:nvSpPr>
            <p:cNvPr id="1048582" name="椭圆 26"/>
            <p:cNvSpPr/>
            <p:nvPr/>
          </p:nvSpPr>
          <p:spPr>
            <a:xfrm>
              <a:off x="6178280"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日</a:t>
              </a:r>
            </a:p>
          </p:txBody>
        </p:sp>
        <p:sp>
          <p:nvSpPr>
            <p:cNvPr id="1048583" name="椭圆 27"/>
            <p:cNvSpPr/>
            <p:nvPr/>
          </p:nvSpPr>
          <p:spPr>
            <a:xfrm>
              <a:off x="6715436"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端</a:t>
              </a:r>
            </a:p>
          </p:txBody>
        </p:sp>
        <p:sp>
          <p:nvSpPr>
            <p:cNvPr id="1048584" name="椭圆 28"/>
            <p:cNvSpPr/>
            <p:nvPr/>
          </p:nvSpPr>
          <p:spPr>
            <a:xfrm>
              <a:off x="7252592"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午</a:t>
              </a:r>
            </a:p>
          </p:txBody>
        </p:sp>
      </p:grpSp>
      <p:grpSp>
        <p:nvGrpSpPr>
          <p:cNvPr id="31" name="组合 36"/>
          <p:cNvGrpSpPr/>
          <p:nvPr/>
        </p:nvGrpSpPr>
        <p:grpSpPr>
          <a:xfrm>
            <a:off x="3995722" y="274554"/>
            <a:ext cx="4637003" cy="3065885"/>
            <a:chOff x="3995722" y="274554"/>
            <a:chExt cx="4637003" cy="3065885"/>
          </a:xfrm>
        </p:grpSpPr>
        <p:pic>
          <p:nvPicPr>
            <p:cNvPr id="2097155" name="图片 1"/>
            <p:cNvPicPr>
              <a:picLocks noChangeAspect="1"/>
            </p:cNvPicPr>
            <p:nvPr/>
          </p:nvPicPr>
          <p:blipFill rotWithShape="1">
            <a:blip r:embed="rId5" cstate="screen"/>
            <a:srcRect/>
            <a:stretch>
              <a:fillRect/>
            </a:stretch>
          </p:blipFill>
          <p:spPr>
            <a:xfrm>
              <a:off x="3995722" y="1163854"/>
              <a:ext cx="4637003" cy="2176585"/>
            </a:xfrm>
            <a:prstGeom prst="rect">
              <a:avLst/>
            </a:prstGeom>
          </p:spPr>
        </p:pic>
        <p:grpSp>
          <p:nvGrpSpPr>
            <p:cNvPr id="32" name="组合 34"/>
            <p:cNvGrpSpPr/>
            <p:nvPr/>
          </p:nvGrpSpPr>
          <p:grpSpPr>
            <a:xfrm>
              <a:off x="4521755" y="274554"/>
              <a:ext cx="3027677" cy="376084"/>
              <a:chOff x="3791060" y="488043"/>
              <a:chExt cx="3027677" cy="376084"/>
            </a:xfrm>
          </p:grpSpPr>
          <p:sp>
            <p:nvSpPr>
              <p:cNvPr id="1048585" name="文本框 15"/>
              <p:cNvSpPr txBox="1"/>
              <p:nvPr/>
            </p:nvSpPr>
            <p:spPr>
              <a:xfrm>
                <a:off x="3791060" y="505986"/>
                <a:ext cx="1643379" cy="1805941"/>
              </a:xfrm>
              <a:prstGeom prst="rect">
                <a:avLst/>
              </a:prstGeom>
              <a:noFill/>
            </p:spPr>
            <p:txBody>
              <a:bodyPr wrap="none" rtlCol="0">
                <a:spAutoFit/>
              </a:bodyPr>
              <a:lstStyle/>
              <a:p>
                <a:r>
                  <a:rPr lang="zh-CN" altLang="en-US" sz="11500" dirty="0">
                    <a:latin typeface="演示新手书" panose="00000500000000000000" pitchFamily="2" charset="-122"/>
                    <a:ea typeface="演示新手书" panose="00000500000000000000" pitchFamily="2" charset="-122"/>
                  </a:rPr>
                  <a:t>端</a:t>
                </a:r>
              </a:p>
            </p:txBody>
          </p:sp>
          <p:sp>
            <p:nvSpPr>
              <p:cNvPr id="1048586" name="矩形 32"/>
              <p:cNvSpPr/>
              <p:nvPr/>
            </p:nvSpPr>
            <p:spPr>
              <a:xfrm>
                <a:off x="5175358" y="488043"/>
                <a:ext cx="1643379" cy="1805941"/>
              </a:xfrm>
              <a:prstGeom prst="rect">
                <a:avLst/>
              </a:prstGeom>
            </p:spPr>
            <p:txBody>
              <a:bodyPr wrap="none">
                <a:spAutoFit/>
              </a:bodyPr>
              <a:lstStyle/>
              <a:p>
                <a:r>
                  <a:rPr lang="zh-CN" altLang="en-US" sz="11500" dirty="0">
                    <a:latin typeface="演示新手书" panose="00000500000000000000" pitchFamily="2" charset="-122"/>
                    <a:ea typeface="演示新手书" panose="00000500000000000000" pitchFamily="2" charset="-122"/>
                  </a:rPr>
                  <a:t>午</a:t>
                </a:r>
              </a:p>
            </p:txBody>
          </p:sp>
        </p:grpSp>
      </p:grpSp>
      <p:pic>
        <p:nvPicPr>
          <p:cNvPr id="2097156" name="图片 37"/>
          <p:cNvPicPr>
            <a:picLocks noChangeAspect="1"/>
          </p:cNvPicPr>
          <p:nvPr/>
        </p:nvPicPr>
        <p:blipFill rotWithShape="1">
          <a:blip r:embed="rId6" cstate="screen"/>
          <a:srcRect/>
          <a:stretch>
            <a:fillRect/>
          </a:stretch>
        </p:blipFill>
        <p:spPr>
          <a:xfrm>
            <a:off x="0" y="0"/>
            <a:ext cx="1790700" cy="4114801"/>
          </a:xfrm>
          <a:prstGeom prst="rect">
            <a:avLst/>
          </a:prstGeom>
        </p:spPr>
      </p:pic>
      <p:grpSp>
        <p:nvGrpSpPr>
          <p:cNvPr id="33" name="组合 41"/>
          <p:cNvGrpSpPr/>
          <p:nvPr/>
        </p:nvGrpSpPr>
        <p:grpSpPr>
          <a:xfrm>
            <a:off x="183337" y="3486715"/>
            <a:ext cx="12037691" cy="90575"/>
            <a:chOff x="154309" y="3501229"/>
            <a:chExt cx="12037691" cy="90575"/>
          </a:xfrm>
        </p:grpSpPr>
        <p:pic>
          <p:nvPicPr>
            <p:cNvPr id="2097157" name="图片 39"/>
            <p:cNvPicPr>
              <a:picLocks noChangeAspect="1"/>
            </p:cNvPicPr>
            <p:nvPr/>
          </p:nvPicPr>
          <p:blipFill rotWithShape="1">
            <a:blip r:embed="rId7" cstate="screen"/>
            <a:srcRect/>
            <a:stretch>
              <a:fillRect/>
            </a:stretch>
          </p:blipFill>
          <p:spPr>
            <a:xfrm>
              <a:off x="154309" y="3501229"/>
              <a:ext cx="3325464" cy="90575"/>
            </a:xfrm>
            <a:prstGeom prst="rect">
              <a:avLst/>
            </a:prstGeom>
          </p:spPr>
        </p:pic>
        <p:pic>
          <p:nvPicPr>
            <p:cNvPr id="2097158" name="图片 40"/>
            <p:cNvPicPr>
              <a:picLocks noChangeAspect="1"/>
            </p:cNvPicPr>
            <p:nvPr/>
          </p:nvPicPr>
          <p:blipFill rotWithShape="1">
            <a:blip r:embed="rId7" cstate="screen"/>
            <a:srcRect/>
            <a:stretch>
              <a:fillRect/>
            </a:stretch>
          </p:blipFill>
          <p:spPr>
            <a:xfrm rot="10800000">
              <a:off x="8866536" y="3501229"/>
              <a:ext cx="3325464" cy="90575"/>
            </a:xfrm>
            <a:prstGeom prst="rect">
              <a:avLst/>
            </a:prstGeom>
          </p:spPr>
        </p:pic>
      </p:grpSp>
      <p:pic>
        <p:nvPicPr>
          <p:cNvPr id="2097159" name="图片 43"/>
          <p:cNvPicPr>
            <a:picLocks noChangeAspect="1"/>
          </p:cNvPicPr>
          <p:nvPr/>
        </p:nvPicPr>
        <p:blipFill>
          <a:blip r:embed="rId8" cstate="screen"/>
          <a:stretch>
            <a:fillRect/>
          </a:stretch>
        </p:blipFill>
        <p:spPr>
          <a:xfrm>
            <a:off x="5523348" y="3943172"/>
            <a:ext cx="765410" cy="573133"/>
          </a:xfrm>
          <a:prstGeom prst="rect">
            <a:avLst/>
          </a:prstGeom>
        </p:spPr>
      </p:pic>
      <p:pic>
        <p:nvPicPr>
          <p:cNvPr id="2097160" name="图片 45"/>
          <p:cNvPicPr>
            <a:picLocks noChangeAspect="1"/>
          </p:cNvPicPr>
          <p:nvPr/>
        </p:nvPicPr>
        <p:blipFill rotWithShape="1">
          <a:blip r:embed="rId9" cstate="screen"/>
          <a:srcRect l="16016" t="35216" r="29113" b="53211"/>
          <a:stretch>
            <a:fillRect/>
          </a:stretch>
        </p:blipFill>
        <p:spPr>
          <a:xfrm>
            <a:off x="4780679" y="4877388"/>
            <a:ext cx="2916504" cy="599934"/>
          </a:xfrm>
          <a:prstGeom prst="rect">
            <a:avLst/>
          </a:prstGeom>
        </p:spPr>
      </p:pic>
      <p:sp>
        <p:nvSpPr>
          <p:cNvPr id="1048589" name="文本框 46"/>
          <p:cNvSpPr txBox="1"/>
          <p:nvPr/>
        </p:nvSpPr>
        <p:spPr>
          <a:xfrm>
            <a:off x="5186446" y="5010880"/>
            <a:ext cx="1783080" cy="358140"/>
          </a:xfrm>
          <a:prstGeom prst="rect">
            <a:avLst/>
          </a:prstGeom>
          <a:noFill/>
        </p:spPr>
        <p:txBody>
          <a:bodyPr wrap="none" rtlCol="0">
            <a:spAutoFit/>
          </a:bodyPr>
          <a:lstStyle/>
          <a:p>
            <a:r>
              <a:rPr lang="zh-CN" altLang="en-US" dirty="0">
                <a:solidFill>
                  <a:schemeClr val="bg1"/>
                </a:solidFill>
              </a:rPr>
              <a:t>物联网</a:t>
            </a:r>
            <a:r>
              <a:rPr lang="en-US" altLang="zh-CN" dirty="0">
                <a:solidFill>
                  <a:schemeClr val="bg1"/>
                </a:solidFill>
              </a:rPr>
              <a:t>1</a:t>
            </a:r>
            <a:r>
              <a:rPr lang="zh-CN" altLang="zh-CN" dirty="0">
                <a:solidFill>
                  <a:schemeClr val="bg1"/>
                </a:solidFill>
              </a:rPr>
              <a:t>班</a:t>
            </a:r>
            <a:r>
              <a:rPr lang="en-US" altLang="zh-CN" dirty="0">
                <a:solidFill>
                  <a:schemeClr val="bg1"/>
                </a:solidFill>
              </a:rPr>
              <a:t> 2411</a:t>
            </a:r>
            <a:endParaRPr lang="zh-CN" alt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97160"/>
                                        </p:tgtEl>
                                        <p:attrNameLst>
                                          <p:attrName>style.visibility</p:attrName>
                                        </p:attrNameLst>
                                      </p:cBhvr>
                                      <p:to>
                                        <p:strVal val="visible"/>
                                      </p:to>
                                    </p:set>
                                    <p:animEffect transition="in" filter="fade">
                                      <p:cBhvr>
                                        <p:cTn id="7" dur="1000"/>
                                        <p:tgtEl>
                                          <p:spTgt spid="2097160"/>
                                        </p:tgtEl>
                                      </p:cBhvr>
                                    </p:animEffect>
                                    <p:anim calcmode="lin" valueType="num">
                                      <p:cBhvr>
                                        <p:cTn id="8" dur="1000" fill="hold"/>
                                        <p:tgtEl>
                                          <p:spTgt spid="2097160"/>
                                        </p:tgtEl>
                                        <p:attrNameLst>
                                          <p:attrName>ppt_x</p:attrName>
                                        </p:attrNameLst>
                                      </p:cBhvr>
                                      <p:tavLst>
                                        <p:tav tm="0">
                                          <p:val>
                                            <p:strVal val="#ppt_x"/>
                                          </p:val>
                                        </p:tav>
                                        <p:tav tm="100000">
                                          <p:val>
                                            <p:strVal val="#ppt_x"/>
                                          </p:val>
                                        </p:tav>
                                      </p:tavLst>
                                    </p:anim>
                                    <p:anim calcmode="lin" valueType="num">
                                      <p:cBhvr>
                                        <p:cTn id="9" dur="1000" fill="hold"/>
                                        <p:tgtEl>
                                          <p:spTgt spid="20971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文本框 2"/>
          <p:cNvSpPr txBox="1"/>
          <p:nvPr/>
        </p:nvSpPr>
        <p:spPr>
          <a:xfrm>
            <a:off x="1735091" y="2158610"/>
            <a:ext cx="9059799" cy="3318024"/>
          </a:xfrm>
          <a:prstGeom prst="rect">
            <a:avLst/>
          </a:prstGeom>
          <a:noFill/>
        </p:spPr>
        <p:txBody>
          <a:bodyPr wrap="square" rtlCol="0">
            <a:spAutoFit/>
          </a:bodyPr>
          <a:lstStyle/>
          <a:p>
            <a:pPr>
              <a:lnSpc>
                <a:spcPts val="4300"/>
              </a:lnSpc>
            </a:pPr>
            <a:r>
              <a:rPr lang="en-US" altLang="zh-CN" dirty="0">
                <a:solidFill>
                  <a:schemeClr val="accent6">
                    <a:lumMod val="50000"/>
                  </a:schemeClr>
                </a:solidFill>
                <a:latin typeface="方正少儿简体" panose="03000509000000000000" pitchFamily="65" charset="-122"/>
                <a:ea typeface="方正少儿简体" panose="03000509000000000000" pitchFamily="65" charset="-122"/>
              </a:rPr>
              <a:t>The Dragon Boat Festival is the fifth day of the fifth lunar month, also known as the Dragon Boat Festival, noon day festival, May Festival, five day festival, AI Festival, </a:t>
            </a:r>
            <a:r>
              <a:rPr lang="en-US" altLang="zh-CN" dirty="0" err="1">
                <a:solidFill>
                  <a:schemeClr val="accent6">
                    <a:lumMod val="50000"/>
                  </a:schemeClr>
                </a:solidFill>
                <a:latin typeface="方正少儿简体" panose="03000509000000000000" pitchFamily="65" charset="-122"/>
                <a:ea typeface="方正少儿简体" panose="03000509000000000000" pitchFamily="65" charset="-122"/>
              </a:rPr>
              <a:t>Duanwu</a:t>
            </a:r>
            <a:r>
              <a:rPr lang="en-US" altLang="zh-CN" dirty="0">
                <a:solidFill>
                  <a:schemeClr val="accent6">
                    <a:lumMod val="50000"/>
                  </a:schemeClr>
                </a:solidFill>
                <a:latin typeface="方正少儿简体" panose="03000509000000000000" pitchFamily="65" charset="-122"/>
                <a:ea typeface="方正少儿简体" panose="03000509000000000000" pitchFamily="65" charset="-122"/>
              </a:rPr>
              <a:t> Festival, </a:t>
            </a:r>
            <a:r>
              <a:rPr lang="en-US" altLang="zh-CN" dirty="0" err="1">
                <a:solidFill>
                  <a:schemeClr val="accent6">
                    <a:lumMod val="50000"/>
                  </a:schemeClr>
                </a:solidFill>
                <a:latin typeface="方正少儿简体" panose="03000509000000000000" pitchFamily="65" charset="-122"/>
                <a:ea typeface="方正少儿简体" panose="03000509000000000000" pitchFamily="65" charset="-122"/>
              </a:rPr>
              <a:t>Chongwu</a:t>
            </a:r>
            <a:r>
              <a:rPr lang="en-US" altLang="zh-CN" dirty="0">
                <a:solidFill>
                  <a:schemeClr val="accent6">
                    <a:lumMod val="50000"/>
                  </a:schemeClr>
                </a:solidFill>
                <a:latin typeface="方正少儿简体" panose="03000509000000000000" pitchFamily="65" charset="-122"/>
                <a:ea typeface="方正少儿简体" panose="03000509000000000000" pitchFamily="65" charset="-122"/>
              </a:rPr>
              <a:t> Festival, </a:t>
            </a:r>
            <a:r>
              <a:rPr lang="en-US" altLang="zh-CN" dirty="0" err="1">
                <a:solidFill>
                  <a:schemeClr val="accent6">
                    <a:lumMod val="50000"/>
                  </a:schemeClr>
                </a:solidFill>
                <a:latin typeface="方正少儿简体" panose="03000509000000000000" pitchFamily="65" charset="-122"/>
                <a:ea typeface="方正少儿简体" panose="03000509000000000000" pitchFamily="65" charset="-122"/>
              </a:rPr>
              <a:t>Chongwu</a:t>
            </a:r>
            <a:r>
              <a:rPr lang="en-US" altLang="zh-CN" dirty="0">
                <a:solidFill>
                  <a:schemeClr val="accent6">
                    <a:lumMod val="50000"/>
                  </a:schemeClr>
                </a:solidFill>
                <a:latin typeface="方正少儿简体" panose="03000509000000000000" pitchFamily="65" charset="-122"/>
                <a:ea typeface="方正少儿简体" panose="03000509000000000000" pitchFamily="65" charset="-122"/>
              </a:rPr>
              <a:t> Festival, noon day, summer festival and Pu Festival. It is an important traditional festival in the East Asian cultural circle in Greater China, Japan, North Korea, South Korea and Vietnam.</a:t>
            </a:r>
            <a:endParaRPr lang="zh-CN" altLang="en-US" dirty="0">
              <a:solidFill>
                <a:schemeClr val="accent6">
                  <a:lumMod val="50000"/>
                </a:schemeClr>
              </a:solidFill>
              <a:latin typeface="方正少儿简体" panose="03000509000000000000" pitchFamily="65" charset="-122"/>
              <a:ea typeface="方正少儿简体" panose="03000509000000000000" pitchFamily="65" charset="-122"/>
            </a:endParaRPr>
          </a:p>
        </p:txBody>
      </p:sp>
      <p:sp>
        <p:nvSpPr>
          <p:cNvPr id="1048594" name="圆角矩形 4"/>
          <p:cNvSpPr/>
          <p:nvPr/>
        </p:nvSpPr>
        <p:spPr>
          <a:xfrm>
            <a:off x="1171575" y="2007872"/>
            <a:ext cx="9867900" cy="3619500"/>
          </a:xfrm>
          <a:prstGeom prst="roundRect">
            <a:avLst/>
          </a:prstGeom>
          <a:noFill/>
          <a:ln w="28575">
            <a:solidFill>
              <a:schemeClr val="accent6">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97161" name="图片 3"/>
          <p:cNvPicPr>
            <a:picLocks noChangeAspect="1"/>
          </p:cNvPicPr>
          <p:nvPr/>
        </p:nvPicPr>
        <p:blipFill>
          <a:blip r:embed="rId3" cstate="screen"/>
          <a:stretch>
            <a:fillRect/>
          </a:stretch>
        </p:blipFill>
        <p:spPr>
          <a:xfrm flipH="1">
            <a:off x="7387770" y="5078656"/>
            <a:ext cx="4804229" cy="1779344"/>
          </a:xfrm>
          <a:prstGeom prst="rect">
            <a:avLst/>
          </a:prstGeom>
        </p:spPr>
      </p:pic>
      <p:pic>
        <p:nvPicPr>
          <p:cNvPr id="2097162" name="图片 6"/>
          <p:cNvPicPr>
            <a:picLocks noChangeAspect="1"/>
          </p:cNvPicPr>
          <p:nvPr/>
        </p:nvPicPr>
        <p:blipFill>
          <a:blip r:embed="rId4"/>
          <a:stretch>
            <a:fillRect/>
          </a:stretch>
        </p:blipFill>
        <p:spPr>
          <a:xfrm>
            <a:off x="0" y="0"/>
            <a:ext cx="2343150" cy="4505325"/>
          </a:xfrm>
          <a:prstGeom prst="rect">
            <a:avLst/>
          </a:prstGeom>
        </p:spPr>
      </p:pic>
      <p:sp>
        <p:nvSpPr>
          <p:cNvPr id="2" name="矩形 1">
            <a:extLst>
              <a:ext uri="{FF2B5EF4-FFF2-40B4-BE49-F238E27FC236}">
                <a16:creationId xmlns:a16="http://schemas.microsoft.com/office/drawing/2014/main" id="{D4050C48-56F4-455A-A98C-139CE7746EAA}"/>
              </a:ext>
            </a:extLst>
          </p:cNvPr>
          <p:cNvSpPr/>
          <p:nvPr/>
        </p:nvSpPr>
        <p:spPr>
          <a:xfrm>
            <a:off x="3518824" y="496105"/>
            <a:ext cx="4464000" cy="1015663"/>
          </a:xfrm>
          <a:prstGeom prst="rect">
            <a:avLst/>
          </a:prstGeom>
          <a:noFill/>
        </p:spPr>
        <p:txBody>
          <a:bodyPr wrap="square" lIns="91440" tIns="45720" rIns="91440" bIns="45720">
            <a:spAutoFit/>
          </a:bodyPr>
          <a:lstStyle/>
          <a:p>
            <a:pPr algn="ctr"/>
            <a:r>
              <a:rPr lang="en-US" altLang="zh-CN"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background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8594"/>
                                        </p:tgtEl>
                                        <p:attrNameLst>
                                          <p:attrName>style.visibility</p:attrName>
                                        </p:attrNameLst>
                                      </p:cBhvr>
                                      <p:to>
                                        <p:strVal val="visible"/>
                                      </p:to>
                                    </p:set>
                                    <p:animEffect transition="in" filter="wipe(left)">
                                      <p:cBhvr>
                                        <p:cTn id="7" dur="500"/>
                                        <p:tgtEl>
                                          <p:spTgt spid="104859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048593"/>
                                        </p:tgtEl>
                                        <p:attrNameLst>
                                          <p:attrName>style.visibility</p:attrName>
                                        </p:attrNameLst>
                                      </p:cBhvr>
                                      <p:to>
                                        <p:strVal val="visible"/>
                                      </p:to>
                                    </p:set>
                                    <p:animEffect transition="in" filter="circle(in)">
                                      <p:cBhvr>
                                        <p:cTn id="10" dur="2000"/>
                                        <p:tgtEl>
                                          <p:spTgt spid="1048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3" grpId="0"/>
      <p:bldP spid="104859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5" name="图片 1"/>
          <p:cNvPicPr>
            <a:picLocks noChangeAspect="1"/>
          </p:cNvPicPr>
          <p:nvPr/>
        </p:nvPicPr>
        <p:blipFill rotWithShape="1">
          <a:blip r:embed="rId3" cstate="screen"/>
          <a:srcRect t="30265" b="23598"/>
          <a:stretch>
            <a:fillRect/>
          </a:stretch>
        </p:blipFill>
        <p:spPr>
          <a:xfrm>
            <a:off x="2191657" y="550302"/>
            <a:ext cx="9667328" cy="6307698"/>
          </a:xfrm>
          <a:prstGeom prst="rect">
            <a:avLst/>
          </a:prstGeom>
        </p:spPr>
      </p:pic>
      <p:sp>
        <p:nvSpPr>
          <p:cNvPr id="1048607" name="文本框 3"/>
          <p:cNvSpPr txBox="1"/>
          <p:nvPr/>
        </p:nvSpPr>
        <p:spPr>
          <a:xfrm>
            <a:off x="1610674" y="4145183"/>
            <a:ext cx="982980" cy="1463041"/>
          </a:xfrm>
          <a:prstGeom prst="rect">
            <a:avLst/>
          </a:prstGeom>
          <a:noFill/>
        </p:spPr>
        <p:txBody>
          <a:bodyPr vert="eaVert" wrap="none" rtlCol="0">
            <a:spAutoFit/>
          </a:bodyPr>
          <a:lstStyle/>
          <a:p>
            <a:r>
              <a:rPr lang="zh-CN" altLang="en-US" sz="5400" dirty="0">
                <a:solidFill>
                  <a:schemeClr val="tx1">
                    <a:lumMod val="85000"/>
                    <a:lumOff val="15000"/>
                  </a:schemeClr>
                </a:solidFill>
                <a:latin typeface="演示新手书" panose="00000500000000000000" pitchFamily="2" charset="-122"/>
                <a:ea typeface="演示新手书" panose="00000500000000000000" pitchFamily="2" charset="-122"/>
              </a:rPr>
              <a:t>习俗 </a:t>
            </a:r>
          </a:p>
        </p:txBody>
      </p:sp>
      <p:sp>
        <p:nvSpPr>
          <p:cNvPr id="1048608" name="文本框 5"/>
          <p:cNvSpPr txBox="1"/>
          <p:nvPr/>
        </p:nvSpPr>
        <p:spPr>
          <a:xfrm>
            <a:off x="4864647" y="1553952"/>
            <a:ext cx="5212803" cy="938719"/>
          </a:xfrm>
          <a:prstGeom prst="rect">
            <a:avLst/>
          </a:prstGeom>
          <a:noFill/>
        </p:spPr>
        <p:txBody>
          <a:bodyPr wrap="square" rtlCol="0">
            <a:spAutoFit/>
          </a:bodyPr>
          <a:lstStyle/>
          <a:p>
            <a:pPr>
              <a:lnSpc>
                <a:spcPts val="3300"/>
              </a:lnSpc>
            </a:pPr>
            <a:r>
              <a:rPr lang="zh-CN" altLang="en-US" sz="2400" dirty="0">
                <a:solidFill>
                  <a:schemeClr val="tx1">
                    <a:lumMod val="85000"/>
                    <a:lumOff val="15000"/>
                  </a:schemeClr>
                </a:solidFill>
              </a:rPr>
              <a:t>农历五月初五，端午节划龙舟吃粽子</a:t>
            </a:r>
            <a:endParaRPr lang="en-US" altLang="zh-CN" sz="2400" dirty="0">
              <a:solidFill>
                <a:schemeClr val="tx1">
                  <a:lumMod val="85000"/>
                  <a:lumOff val="15000"/>
                </a:schemeClr>
              </a:solidFill>
            </a:endParaRPr>
          </a:p>
          <a:p>
            <a:pPr>
              <a:lnSpc>
                <a:spcPts val="3300"/>
              </a:lnSpc>
            </a:pPr>
            <a:r>
              <a:rPr lang="zh-CN" altLang="en-US" sz="2400" dirty="0">
                <a:solidFill>
                  <a:schemeClr val="tx1">
                    <a:lumMod val="85000"/>
                    <a:lumOff val="15000"/>
                  </a:schemeClr>
                </a:solidFill>
              </a:rPr>
              <a:t>插艾蒿等都是我国的传统习俗</a:t>
            </a:r>
          </a:p>
        </p:txBody>
      </p:sp>
      <p:pic>
        <p:nvPicPr>
          <p:cNvPr id="2097166" name="图片 4"/>
          <p:cNvPicPr>
            <a:picLocks noChangeAspect="1"/>
          </p:cNvPicPr>
          <p:nvPr/>
        </p:nvPicPr>
        <p:blipFill rotWithShape="1">
          <a:blip r:embed="rId4" cstate="screen"/>
          <a:srcRect/>
          <a:stretch>
            <a:fillRect/>
          </a:stretch>
        </p:blipFill>
        <p:spPr>
          <a:xfrm>
            <a:off x="111729" y="435986"/>
            <a:ext cx="5942766" cy="3986445"/>
          </a:xfrm>
          <a:prstGeom prst="rect">
            <a:avLst/>
          </a:prstGeom>
        </p:spPr>
      </p:pic>
      <p:sp>
        <p:nvSpPr>
          <p:cNvPr id="1048790" name="文本框 5"/>
          <p:cNvSpPr txBox="1"/>
          <p:nvPr/>
        </p:nvSpPr>
        <p:spPr>
          <a:xfrm>
            <a:off x="2824340" y="4876702"/>
            <a:ext cx="5212803" cy="929640"/>
          </a:xfrm>
          <a:prstGeom prst="rect">
            <a:avLst/>
          </a:prstGeom>
          <a:noFill/>
        </p:spPr>
        <p:txBody>
          <a:bodyPr wrap="square" rtlCol="0">
            <a:spAutoFit/>
          </a:bodyPr>
          <a:lstStyle/>
          <a:p>
            <a:pPr>
              <a:lnSpc>
                <a:spcPts val="3300"/>
              </a:lnSpc>
            </a:pPr>
            <a:r>
              <a:rPr lang="en-US" altLang="zh-CN" sz="2400" dirty="0">
                <a:solidFill>
                  <a:schemeClr val="tx1">
                    <a:lumMod val="85000"/>
                    <a:lumOff val="15000"/>
                  </a:schemeClr>
                </a:solidFill>
              </a:rPr>
              <a:t>May 5th lunar,racing the dragon boat and eating Zongzi is our  traditions.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300"/>
                                  </p:stCondLst>
                                  <p:childTnLst>
                                    <p:set>
                                      <p:cBhvr>
                                        <p:cTn id="6" dur="1" fill="hold">
                                          <p:stCondLst>
                                            <p:cond delay="0"/>
                                          </p:stCondLst>
                                        </p:cTn>
                                        <p:tgtEl>
                                          <p:spTgt spid="1048607"/>
                                        </p:tgtEl>
                                        <p:attrNameLst>
                                          <p:attrName>style.visibility</p:attrName>
                                        </p:attrNameLst>
                                      </p:cBhvr>
                                      <p:to>
                                        <p:strVal val="visible"/>
                                      </p:to>
                                    </p:set>
                                    <p:animEffect transition="in" filter="fade">
                                      <p:cBhvr>
                                        <p:cTn id="7" dur="1000"/>
                                        <p:tgtEl>
                                          <p:spTgt spid="1048607"/>
                                        </p:tgtEl>
                                      </p:cBhvr>
                                    </p:animEffect>
                                    <p:anim calcmode="lin" valueType="num">
                                      <p:cBhvr>
                                        <p:cTn id="8" dur="1000" fill="hold"/>
                                        <p:tgtEl>
                                          <p:spTgt spid="1048607"/>
                                        </p:tgtEl>
                                        <p:attrNameLst>
                                          <p:attrName>ppt_x</p:attrName>
                                        </p:attrNameLst>
                                      </p:cBhvr>
                                      <p:tavLst>
                                        <p:tav tm="0">
                                          <p:val>
                                            <p:strVal val="#ppt_x"/>
                                          </p:val>
                                        </p:tav>
                                        <p:tav tm="100000">
                                          <p:val>
                                            <p:strVal val="#ppt_x"/>
                                          </p:val>
                                        </p:tav>
                                      </p:tavLst>
                                    </p:anim>
                                    <p:anim calcmode="lin" valueType="num">
                                      <p:cBhvr>
                                        <p:cTn id="9" dur="1000" fill="hold"/>
                                        <p:tgtEl>
                                          <p:spTgt spid="104860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600"/>
                                  </p:stCondLst>
                                  <p:childTnLst>
                                    <p:set>
                                      <p:cBhvr>
                                        <p:cTn id="13" dur="1" fill="hold">
                                          <p:stCondLst>
                                            <p:cond delay="0"/>
                                          </p:stCondLst>
                                        </p:cTn>
                                        <p:tgtEl>
                                          <p:spTgt spid="2097165"/>
                                        </p:tgtEl>
                                        <p:attrNameLst>
                                          <p:attrName>style.visibility</p:attrName>
                                        </p:attrNameLst>
                                      </p:cBhvr>
                                      <p:to>
                                        <p:strVal val="visible"/>
                                      </p:to>
                                    </p:set>
                                    <p:animEffect transition="in" filter="fade">
                                      <p:cBhvr>
                                        <p:cTn id="14" dur="400"/>
                                        <p:tgtEl>
                                          <p:spTgt spid="2097165"/>
                                        </p:tgtEl>
                                      </p:cBhvr>
                                    </p:animEffect>
                                    <p:anim calcmode="lin" valueType="num">
                                      <p:cBhvr>
                                        <p:cTn id="15" dur="400" fill="hold"/>
                                        <p:tgtEl>
                                          <p:spTgt spid="2097165"/>
                                        </p:tgtEl>
                                        <p:attrNameLst>
                                          <p:attrName>ppt_x</p:attrName>
                                        </p:attrNameLst>
                                      </p:cBhvr>
                                      <p:tavLst>
                                        <p:tav tm="0">
                                          <p:val>
                                            <p:strVal val="#ppt_x"/>
                                          </p:val>
                                        </p:tav>
                                        <p:tav tm="100000">
                                          <p:val>
                                            <p:strVal val="#ppt_x"/>
                                          </p:val>
                                        </p:tav>
                                      </p:tavLst>
                                    </p:anim>
                                    <p:anim calcmode="lin" valueType="num">
                                      <p:cBhvr>
                                        <p:cTn id="16" dur="400" fill="hold"/>
                                        <p:tgtEl>
                                          <p:spTgt spid="209716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1" presetClass="entr" presetSubtype="0" fill="hold" grpId="0" nodeType="clickEffect">
                                  <p:stCondLst>
                                    <p:cond delay="0"/>
                                  </p:stCondLst>
                                  <p:iterate type="wd">
                                    <p:tmPct val="10000"/>
                                  </p:iterate>
                                  <p:childTnLst>
                                    <p:set>
                                      <p:cBhvr>
                                        <p:cTn id="20" dur="1" fill="hold">
                                          <p:stCondLst>
                                            <p:cond delay="0"/>
                                          </p:stCondLst>
                                        </p:cTn>
                                        <p:tgtEl>
                                          <p:spTgt spid="1048608"/>
                                        </p:tgtEl>
                                        <p:attrNameLst>
                                          <p:attrName>style.visibility</p:attrName>
                                        </p:attrNameLst>
                                      </p:cBhvr>
                                      <p:to>
                                        <p:strVal val="visible"/>
                                      </p:to>
                                    </p:set>
                                    <p:anim calcmode="lin" valueType="num">
                                      <p:cBhvr>
                                        <p:cTn id="21" dur="500" fill="hold"/>
                                        <p:tgtEl>
                                          <p:spTgt spid="1048608"/>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048608"/>
                                        </p:tgtEl>
                                        <p:attrNameLst>
                                          <p:attrName>ppt_y</p:attrName>
                                        </p:attrNameLst>
                                      </p:cBhvr>
                                      <p:tavLst>
                                        <p:tav tm="0">
                                          <p:val>
                                            <p:strVal val="#ppt_y"/>
                                          </p:val>
                                        </p:tav>
                                        <p:tav tm="100000">
                                          <p:val>
                                            <p:strVal val="#ppt_y"/>
                                          </p:val>
                                        </p:tav>
                                      </p:tavLst>
                                    </p:anim>
                                    <p:anim calcmode="lin" valueType="num">
                                      <p:cBhvr>
                                        <p:cTn id="23" dur="500" fill="hold"/>
                                        <p:tgtEl>
                                          <p:spTgt spid="1048608"/>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048608"/>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048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7" grpId="0"/>
      <p:bldP spid="104860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86" name="图片 2"/>
          <p:cNvPicPr>
            <a:picLocks noChangeAspect="1"/>
          </p:cNvPicPr>
          <p:nvPr/>
        </p:nvPicPr>
        <p:blipFill rotWithShape="1">
          <a:blip r:embed="rId3" cstate="screen">
            <a:duotone>
              <a:schemeClr val="accent6">
                <a:shade val="45000"/>
                <a:satMod val="135000"/>
              </a:schemeClr>
              <a:prstClr val="white"/>
            </a:duotone>
          </a:blip>
          <a:srcRect l="16016" t="35216" r="29113" b="53211"/>
          <a:stretch>
            <a:fillRect/>
          </a:stretch>
        </p:blipFill>
        <p:spPr>
          <a:xfrm>
            <a:off x="4430465" y="286456"/>
            <a:ext cx="7761535" cy="1596572"/>
          </a:xfrm>
          <a:prstGeom prst="rect">
            <a:avLst/>
          </a:prstGeom>
        </p:spPr>
      </p:pic>
      <p:sp>
        <p:nvSpPr>
          <p:cNvPr id="1048647" name="文本框 1"/>
          <p:cNvSpPr txBox="1"/>
          <p:nvPr/>
        </p:nvSpPr>
        <p:spPr>
          <a:xfrm rot="21448114">
            <a:off x="6112718" y="245169"/>
            <a:ext cx="3348777" cy="1539239"/>
          </a:xfrm>
          <a:prstGeom prst="rect">
            <a:avLst/>
          </a:prstGeom>
          <a:noFill/>
        </p:spPr>
        <p:txBody>
          <a:bodyPr wrap="square" rtlCol="0">
            <a:spAutoFit/>
          </a:bodyPr>
          <a:lstStyle>
            <a:defPPr>
              <a:defRPr lang="zh-CN"/>
            </a:defPPr>
            <a:lvl1pPr>
              <a:defRPr sz="6000" b="1">
                <a:solidFill>
                  <a:schemeClr val="bg1"/>
                </a:solidFill>
                <a:latin typeface="华康海报体W12(P)" panose="040B0C00000000000000" pitchFamily="82" charset="-122"/>
                <a:ea typeface="华康海报体W12(P)" panose="040B0C00000000000000" pitchFamily="82" charset="-122"/>
              </a:defRPr>
            </a:lvl1pPr>
          </a:lstStyle>
          <a:p>
            <a:r>
              <a:rPr lang="zh-CN" altLang="en-US" sz="4800" dirty="0"/>
              <a:t>为什么称之为粽子</a:t>
            </a:r>
          </a:p>
        </p:txBody>
      </p:sp>
      <p:sp>
        <p:nvSpPr>
          <p:cNvPr id="1048648" name="矩形 9"/>
          <p:cNvSpPr/>
          <p:nvPr/>
        </p:nvSpPr>
        <p:spPr>
          <a:xfrm>
            <a:off x="5301998" y="1813560"/>
            <a:ext cx="6653779" cy="5044439"/>
          </a:xfrm>
          <a:prstGeom prst="rect">
            <a:avLst/>
          </a:prstGeom>
          <a:noFill/>
        </p:spPr>
        <p:txBody>
          <a:bodyPr wrap="square" rtlCol="0">
            <a:spAutoFit/>
          </a:bodyPr>
          <a:lstStyle/>
          <a:p>
            <a:pPr indent="457200" algn="just">
              <a:lnSpc>
                <a:spcPts val="2600"/>
              </a:lnSpc>
            </a:pPr>
            <a:r>
              <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rPr>
              <a:t>历史上关于粽子的记载，最早见于汉代许慎的《说文解字》。“粽”字本作“糉”，《说文新附•米部》谓“糉，芦叶裹米也。从米，葼声。”《说文•夂》：“葼，敛足也。”义为鸟飞时收敛腿爪。《集韵•送韵》：“糉，角黍也。或作粽。”</a:t>
            </a:r>
          </a:p>
          <a:p>
            <a:pPr indent="457200" algn="just">
              <a:lnSpc>
                <a:spcPts val="2600"/>
              </a:lnSpc>
            </a:pPr>
            <a:r>
              <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rPr>
              <a:t>粽子又名“角黍”，最早记载见西晋周处的《风土记》：“仲夏端五，方伯协极。享用角黍，龟鳞顺德。注云：端，始也，谓五月初五也。四仲为方伯。俗重五月五日，与夏至同。●（同</a:t>
            </a:r>
          </a:p>
          <a:p>
            <a:pPr indent="457200" algn="just">
              <a:lnSpc>
                <a:spcPts val="2600"/>
              </a:lnSpc>
            </a:pPr>
            <a:r>
              <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rPr>
              <a:t>“鸭”），春孚雏，到夏至月，皆任啖也。先此二节一日，又以菰叶裹黏米，杂以粟，以淳浓灰汁煮之令熟，二节日所尚啖也。……裹黏米一名‘糉’，一名‘角黍’，盖取阴阳尚相苞裹未分散之象也。”</a:t>
            </a:r>
          </a:p>
          <a:p>
            <a:pPr indent="457200" algn="just">
              <a:lnSpc>
                <a:spcPts val="2600"/>
              </a:lnSpc>
            </a:pPr>
            <a:r>
              <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rPr>
              <a:t>明代李时珍《本草纲目》中，清楚说明用菰叶裹黍米，煮成尖角或棕榈叶形状食物，所以称“角黍”或“粽”。</a:t>
            </a:r>
          </a:p>
          <a:p>
            <a:pPr indent="457200" algn="just">
              <a:lnSpc>
                <a:spcPts val="2600"/>
              </a:lnSpc>
            </a:pPr>
            <a:r>
              <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rPr>
              <a:t>明清以后，粽子多用糯米包裹，这时就不叫角黍，而称粽子了。</a:t>
            </a:r>
          </a:p>
        </p:txBody>
      </p:sp>
      <p:pic>
        <p:nvPicPr>
          <p:cNvPr id="2097187" name="图片 3"/>
          <p:cNvPicPr>
            <a:picLocks noChangeAspect="1"/>
          </p:cNvPicPr>
          <p:nvPr/>
        </p:nvPicPr>
        <p:blipFill>
          <a:blip r:embed="rId4"/>
          <a:stretch>
            <a:fillRect/>
          </a:stretch>
        </p:blipFill>
        <p:spPr>
          <a:xfrm>
            <a:off x="660611" y="1883028"/>
            <a:ext cx="4405164" cy="28864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097188" name="图片 4"/>
          <p:cNvPicPr>
            <a:picLocks noChangeAspect="1"/>
          </p:cNvPicPr>
          <p:nvPr/>
        </p:nvPicPr>
        <p:blipFill rotWithShape="1">
          <a:blip r:embed="rId5" cstate="screen"/>
          <a:srcRect/>
          <a:stretch>
            <a:fillRect/>
          </a:stretch>
        </p:blipFill>
        <p:spPr>
          <a:xfrm rot="1350882">
            <a:off x="3434287" y="3960434"/>
            <a:ext cx="1723610" cy="215781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97186"/>
                                        </p:tgtEl>
                                        <p:attrNameLst>
                                          <p:attrName>style.visibility</p:attrName>
                                        </p:attrNameLst>
                                      </p:cBhvr>
                                      <p:to>
                                        <p:strVal val="visible"/>
                                      </p:to>
                                    </p:set>
                                    <p:animEffect transition="in" filter="fade">
                                      <p:cBhvr>
                                        <p:cTn id="7" dur="1000"/>
                                        <p:tgtEl>
                                          <p:spTgt spid="2097186"/>
                                        </p:tgtEl>
                                      </p:cBhvr>
                                    </p:animEffect>
                                    <p:anim calcmode="lin" valueType="num">
                                      <p:cBhvr>
                                        <p:cTn id="8" dur="1000" fill="hold"/>
                                        <p:tgtEl>
                                          <p:spTgt spid="2097186"/>
                                        </p:tgtEl>
                                        <p:attrNameLst>
                                          <p:attrName>ppt_x</p:attrName>
                                        </p:attrNameLst>
                                      </p:cBhvr>
                                      <p:tavLst>
                                        <p:tav tm="0">
                                          <p:val>
                                            <p:strVal val="#ppt_x"/>
                                          </p:val>
                                        </p:tav>
                                        <p:tav tm="100000">
                                          <p:val>
                                            <p:strVal val="#ppt_x"/>
                                          </p:val>
                                        </p:tav>
                                      </p:tavLst>
                                    </p:anim>
                                    <p:anim calcmode="lin" valueType="num">
                                      <p:cBhvr>
                                        <p:cTn id="9" dur="1000" fill="hold"/>
                                        <p:tgtEl>
                                          <p:spTgt spid="209718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300"/>
                                  </p:stCondLst>
                                  <p:childTnLst>
                                    <p:set>
                                      <p:cBhvr>
                                        <p:cTn id="11" dur="1" fill="hold">
                                          <p:stCondLst>
                                            <p:cond delay="0"/>
                                          </p:stCondLst>
                                        </p:cTn>
                                        <p:tgtEl>
                                          <p:spTgt spid="1048647"/>
                                        </p:tgtEl>
                                        <p:attrNameLst>
                                          <p:attrName>style.visibility</p:attrName>
                                        </p:attrNameLst>
                                      </p:cBhvr>
                                      <p:to>
                                        <p:strVal val="visible"/>
                                      </p:to>
                                    </p:set>
                                    <p:animEffect transition="in" filter="fade">
                                      <p:cBhvr>
                                        <p:cTn id="12" dur="1000"/>
                                        <p:tgtEl>
                                          <p:spTgt spid="1048647"/>
                                        </p:tgtEl>
                                      </p:cBhvr>
                                    </p:animEffect>
                                    <p:anim calcmode="lin" valueType="num">
                                      <p:cBhvr>
                                        <p:cTn id="13" dur="1000" fill="hold"/>
                                        <p:tgtEl>
                                          <p:spTgt spid="1048647"/>
                                        </p:tgtEl>
                                        <p:attrNameLst>
                                          <p:attrName>ppt_x</p:attrName>
                                        </p:attrNameLst>
                                      </p:cBhvr>
                                      <p:tavLst>
                                        <p:tav tm="0">
                                          <p:val>
                                            <p:strVal val="#ppt_x"/>
                                          </p:val>
                                        </p:tav>
                                        <p:tav tm="100000">
                                          <p:val>
                                            <p:strVal val="#ppt_x"/>
                                          </p:val>
                                        </p:tav>
                                      </p:tavLst>
                                    </p:anim>
                                    <p:anim calcmode="lin" valueType="num">
                                      <p:cBhvr>
                                        <p:cTn id="14" dur="1000" fill="hold"/>
                                        <p:tgtEl>
                                          <p:spTgt spid="104864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2097187"/>
                                        </p:tgtEl>
                                        <p:attrNameLst>
                                          <p:attrName>style.visibility</p:attrName>
                                        </p:attrNameLst>
                                      </p:cBhvr>
                                      <p:to>
                                        <p:strVal val="visible"/>
                                      </p:to>
                                    </p:set>
                                    <p:animEffect transition="in" filter="fade">
                                      <p:cBhvr>
                                        <p:cTn id="17" dur="1000"/>
                                        <p:tgtEl>
                                          <p:spTgt spid="2097187"/>
                                        </p:tgtEl>
                                      </p:cBhvr>
                                    </p:animEffect>
                                    <p:anim calcmode="lin" valueType="num">
                                      <p:cBhvr>
                                        <p:cTn id="18" dur="1000" fill="hold"/>
                                        <p:tgtEl>
                                          <p:spTgt spid="2097187"/>
                                        </p:tgtEl>
                                        <p:attrNameLst>
                                          <p:attrName>ppt_x</p:attrName>
                                        </p:attrNameLst>
                                      </p:cBhvr>
                                      <p:tavLst>
                                        <p:tav tm="0">
                                          <p:val>
                                            <p:strVal val="#ppt_x"/>
                                          </p:val>
                                        </p:tav>
                                        <p:tav tm="100000">
                                          <p:val>
                                            <p:strVal val="#ppt_x"/>
                                          </p:val>
                                        </p:tav>
                                      </p:tavLst>
                                    </p:anim>
                                    <p:anim calcmode="lin" valueType="num">
                                      <p:cBhvr>
                                        <p:cTn id="19" dur="1000" fill="hold"/>
                                        <p:tgtEl>
                                          <p:spTgt spid="209718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900"/>
                                  </p:stCondLst>
                                  <p:childTnLst>
                                    <p:set>
                                      <p:cBhvr>
                                        <p:cTn id="21" dur="1" fill="hold">
                                          <p:stCondLst>
                                            <p:cond delay="0"/>
                                          </p:stCondLst>
                                        </p:cTn>
                                        <p:tgtEl>
                                          <p:spTgt spid="2097188"/>
                                        </p:tgtEl>
                                        <p:attrNameLst>
                                          <p:attrName>style.visibility</p:attrName>
                                        </p:attrNameLst>
                                      </p:cBhvr>
                                      <p:to>
                                        <p:strVal val="visible"/>
                                      </p:to>
                                    </p:set>
                                    <p:animEffect transition="in" filter="fade">
                                      <p:cBhvr>
                                        <p:cTn id="22" dur="1000"/>
                                        <p:tgtEl>
                                          <p:spTgt spid="2097188"/>
                                        </p:tgtEl>
                                      </p:cBhvr>
                                    </p:animEffect>
                                    <p:anim calcmode="lin" valueType="num">
                                      <p:cBhvr>
                                        <p:cTn id="23" dur="1000" fill="hold"/>
                                        <p:tgtEl>
                                          <p:spTgt spid="2097188"/>
                                        </p:tgtEl>
                                        <p:attrNameLst>
                                          <p:attrName>ppt_x</p:attrName>
                                        </p:attrNameLst>
                                      </p:cBhvr>
                                      <p:tavLst>
                                        <p:tav tm="0">
                                          <p:val>
                                            <p:strVal val="#ppt_x"/>
                                          </p:val>
                                        </p:tav>
                                        <p:tav tm="100000">
                                          <p:val>
                                            <p:strVal val="#ppt_x"/>
                                          </p:val>
                                        </p:tav>
                                      </p:tavLst>
                                    </p:anim>
                                    <p:anim calcmode="lin" valueType="num">
                                      <p:cBhvr>
                                        <p:cTn id="24" dur="1000" fill="hold"/>
                                        <p:tgtEl>
                                          <p:spTgt spid="2097188"/>
                                        </p:tgtEl>
                                        <p:attrNameLst>
                                          <p:attrName>ppt_y</p:attrName>
                                        </p:attrNameLst>
                                      </p:cBhvr>
                                      <p:tavLst>
                                        <p:tav tm="0">
                                          <p:val>
                                            <p:strVal val="#ppt_y+.1"/>
                                          </p:val>
                                        </p:tav>
                                        <p:tav tm="100000">
                                          <p:val>
                                            <p:strVal val="#ppt_y"/>
                                          </p:val>
                                        </p:tav>
                                      </p:tavLst>
                                    </p:anim>
                                  </p:childTnLst>
                                </p:cTn>
                              </p:par>
                              <p:par>
                                <p:cTn id="25" presetID="41" presetClass="entr" presetSubtype="0" fill="hold" grpId="0" nodeType="withEffect">
                                  <p:stCondLst>
                                    <p:cond delay="400"/>
                                  </p:stCondLst>
                                  <p:iterate type="wd">
                                    <p:tmPct val="10000"/>
                                  </p:iterate>
                                  <p:childTnLst>
                                    <p:set>
                                      <p:cBhvr>
                                        <p:cTn id="26" dur="1" fill="hold">
                                          <p:stCondLst>
                                            <p:cond delay="0"/>
                                          </p:stCondLst>
                                        </p:cTn>
                                        <p:tgtEl>
                                          <p:spTgt spid="1048648"/>
                                        </p:tgtEl>
                                        <p:attrNameLst>
                                          <p:attrName>style.visibility</p:attrName>
                                        </p:attrNameLst>
                                      </p:cBhvr>
                                      <p:to>
                                        <p:strVal val="visible"/>
                                      </p:to>
                                    </p:set>
                                    <p:anim calcmode="lin" valueType="num">
                                      <p:cBhvr>
                                        <p:cTn id="27" dur="500" fill="hold"/>
                                        <p:tgtEl>
                                          <p:spTgt spid="1048648"/>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1048648"/>
                                        </p:tgtEl>
                                        <p:attrNameLst>
                                          <p:attrName>ppt_y</p:attrName>
                                        </p:attrNameLst>
                                      </p:cBhvr>
                                      <p:tavLst>
                                        <p:tav tm="0">
                                          <p:val>
                                            <p:strVal val="#ppt_y"/>
                                          </p:val>
                                        </p:tav>
                                        <p:tav tm="100000">
                                          <p:val>
                                            <p:strVal val="#ppt_y"/>
                                          </p:val>
                                        </p:tav>
                                      </p:tavLst>
                                    </p:anim>
                                    <p:anim calcmode="lin" valueType="num">
                                      <p:cBhvr>
                                        <p:cTn id="29" dur="500" fill="hold"/>
                                        <p:tgtEl>
                                          <p:spTgt spid="1048648"/>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1048648"/>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1048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7" grpId="0"/>
      <p:bldP spid="10486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22" name="图片 2"/>
          <p:cNvPicPr>
            <a:picLocks noChangeAspect="1"/>
          </p:cNvPicPr>
          <p:nvPr/>
        </p:nvPicPr>
        <p:blipFill rotWithShape="1">
          <a:blip r:embed="rId3" cstate="screen">
            <a:duotone>
              <a:schemeClr val="accent6">
                <a:shade val="45000"/>
                <a:satMod val="135000"/>
              </a:schemeClr>
              <a:prstClr val="white"/>
            </a:duotone>
          </a:blip>
          <a:srcRect l="16016" t="35216" r="29113" b="53211"/>
          <a:stretch>
            <a:fillRect/>
          </a:stretch>
        </p:blipFill>
        <p:spPr>
          <a:xfrm>
            <a:off x="4430465" y="286456"/>
            <a:ext cx="7761535" cy="1596572"/>
          </a:xfrm>
          <a:prstGeom prst="rect">
            <a:avLst/>
          </a:prstGeom>
        </p:spPr>
      </p:pic>
      <p:sp>
        <p:nvSpPr>
          <p:cNvPr id="1048804" name="文本框 1"/>
          <p:cNvSpPr txBox="1"/>
          <p:nvPr/>
        </p:nvSpPr>
        <p:spPr>
          <a:xfrm rot="21448114">
            <a:off x="6112718" y="506957"/>
            <a:ext cx="3348777" cy="1015663"/>
          </a:xfrm>
          <a:prstGeom prst="rect">
            <a:avLst/>
          </a:prstGeom>
          <a:noFill/>
        </p:spPr>
        <p:txBody>
          <a:bodyPr wrap="square" rtlCol="0">
            <a:spAutoFit/>
          </a:bodyPr>
          <a:lstStyle>
            <a:defPPr>
              <a:defRPr lang="zh-CN"/>
            </a:defPPr>
            <a:lvl1pPr>
              <a:defRPr sz="6000" b="1">
                <a:solidFill>
                  <a:schemeClr val="bg1"/>
                </a:solidFill>
                <a:latin typeface="华康海报体W12(P)" panose="040B0C00000000000000" pitchFamily="82" charset="-122"/>
                <a:ea typeface="华康海报体W12(P)" panose="040B0C00000000000000" pitchFamily="82" charset="-122"/>
              </a:defRPr>
            </a:lvl1pPr>
          </a:lstStyle>
          <a:p>
            <a:r>
              <a:rPr lang="zh-CN" altLang="en-US" dirty="0"/>
              <a:t>包粽子</a:t>
            </a:r>
            <a:endParaRPr lang="zh-CN" altLang="en-US" sz="4800" dirty="0"/>
          </a:p>
        </p:txBody>
      </p:sp>
      <p:sp>
        <p:nvSpPr>
          <p:cNvPr id="1048806" name="矩形 9"/>
          <p:cNvSpPr/>
          <p:nvPr/>
        </p:nvSpPr>
        <p:spPr>
          <a:xfrm>
            <a:off x="5408631" y="1483360"/>
            <a:ext cx="3095492" cy="5374640"/>
          </a:xfrm>
          <a:prstGeom prst="rect">
            <a:avLst/>
          </a:prstGeom>
          <a:noFill/>
        </p:spPr>
        <p:txBody>
          <a:bodyPr wrap="square" rtlCol="0">
            <a:spAutoFit/>
          </a:bodyPr>
          <a:lstStyle/>
          <a:p>
            <a:pPr indent="457200" algn="just">
              <a:lnSpc>
                <a:spcPts val="2600"/>
              </a:lnSpc>
            </a:pPr>
            <a:r>
              <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rPr>
              <a:t>包粽子，首先要准备好粽子叶，老北京包粽子的粽子叶一般是苇叶，用在包粽子上就被称为粽叶。过去，粽子叶都是老人们去自己摘的，现在北京城周边没有芦苇荡了，这粽子叶也只有去超市买了。很多人认为粽子叶越绿越艳越好，其实不然，越绿越艳的粽叶有可能是用颜料染成的，正常的粽叶应该是黄绿色略显陈旧；正常的粽叶包出的粽子有一种粽叶的香味而不是其他的怪味；如果煮完粽子之后，水是淡黄色，那说明这粽叶没问题。</a:t>
            </a:r>
          </a:p>
        </p:txBody>
      </p:sp>
      <p:pic>
        <p:nvPicPr>
          <p:cNvPr id="2097224" name="图片 3"/>
          <p:cNvPicPr>
            <a:picLocks noChangeAspect="1"/>
          </p:cNvPicPr>
          <p:nvPr/>
        </p:nvPicPr>
        <p:blipFill>
          <a:blip r:embed="rId4"/>
          <a:stretch>
            <a:fillRect/>
          </a:stretch>
        </p:blipFill>
        <p:spPr>
          <a:xfrm>
            <a:off x="660611" y="1883028"/>
            <a:ext cx="4405164" cy="28864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097226" name="图片 4"/>
          <p:cNvPicPr>
            <a:picLocks noChangeAspect="1"/>
          </p:cNvPicPr>
          <p:nvPr/>
        </p:nvPicPr>
        <p:blipFill rotWithShape="1">
          <a:blip r:embed="rId5" cstate="screen"/>
          <a:srcRect/>
          <a:stretch>
            <a:fillRect/>
          </a:stretch>
        </p:blipFill>
        <p:spPr>
          <a:xfrm rot="1350882">
            <a:off x="3434287" y="3960434"/>
            <a:ext cx="1723610" cy="215781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48808" name="矩形 9"/>
          <p:cNvSpPr/>
          <p:nvPr/>
        </p:nvSpPr>
        <p:spPr>
          <a:xfrm>
            <a:off x="8311232" y="1483360"/>
            <a:ext cx="3095492" cy="3723640"/>
          </a:xfrm>
          <a:prstGeom prst="rect">
            <a:avLst/>
          </a:prstGeom>
          <a:noFill/>
        </p:spPr>
        <p:txBody>
          <a:bodyPr wrap="square" rtlCol="0">
            <a:spAutoFit/>
          </a:bodyPr>
          <a:lstStyle/>
          <a:p>
            <a:pPr indent="457200" algn="just">
              <a:lnSpc>
                <a:spcPts val="2600"/>
              </a:lnSpc>
            </a:pPr>
            <a:r>
              <a:rPr lang="en-US" altLang="zh-CN" dirty="0">
                <a:solidFill>
                  <a:schemeClr val="tx1">
                    <a:lumMod val="75000"/>
                    <a:lumOff val="25000"/>
                  </a:schemeClr>
                </a:solidFill>
                <a:latin typeface="方正毡笔黑简体" panose="03000509000000000000" pitchFamily="65" charset="-122"/>
                <a:ea typeface="方正毡笔黑简体" panose="03000509000000000000" pitchFamily="65" charset="-122"/>
              </a:rPr>
              <a:t>First,to start some leaves.People make Zongzi by the reed leaves in traditional Beijing.The past,the olds picked Zongzi leaves by their hands,there is rarely reeds around Beijing </a:t>
            </a:r>
            <a:r>
              <a:rPr lang="en-US" altLang="zh-CN" sz="1800" dirty="0">
                <a:solidFill>
                  <a:schemeClr val="tx1">
                    <a:lumMod val="75000"/>
                    <a:lumOff val="25000"/>
                  </a:schemeClr>
                </a:solidFill>
                <a:latin typeface="方正毡笔黑简体" panose="03000509000000000000" pitchFamily="65" charset="-122"/>
                <a:ea typeface="方正毡笔黑简体" panose="03000509000000000000" pitchFamily="65" charset="-122"/>
              </a:rPr>
              <a:t>nowadays,people could only get the leaves from supermarket.</a:t>
            </a:r>
            <a:endPar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endParaRPr>
          </a:p>
          <a:p>
            <a:pPr indent="457200" algn="just">
              <a:lnSpc>
                <a:spcPts val="2600"/>
              </a:lnSpc>
            </a:pPr>
            <a:r>
              <a:rPr lang="en-US" altLang="zh-CN" dirty="0">
                <a:solidFill>
                  <a:schemeClr val="tx1">
                    <a:lumMod val="75000"/>
                    <a:lumOff val="25000"/>
                  </a:schemeClr>
                </a:solidFill>
                <a:latin typeface="方正毡笔黑简体" panose="03000509000000000000" pitchFamily="65" charset="-122"/>
                <a:ea typeface="方正毡笔黑简体" panose="03000509000000000000" pitchFamily="65" charset="-122"/>
              </a:rPr>
              <a:t>.   </a:t>
            </a:r>
            <a:endParaRPr lang="zh-CN" altLang="en-US" dirty="0">
              <a:solidFill>
                <a:schemeClr val="tx1">
                  <a:lumMod val="75000"/>
                  <a:lumOff val="25000"/>
                </a:schemeClr>
              </a:solidFill>
              <a:latin typeface="方正毡笔黑简体" panose="03000509000000000000" pitchFamily="65" charset="-122"/>
              <a:ea typeface="方正毡笔黑简体" panose="03000509000000000000"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97222"/>
                                        </p:tgtEl>
                                        <p:attrNameLst>
                                          <p:attrName>style.visibility</p:attrName>
                                        </p:attrNameLst>
                                      </p:cBhvr>
                                      <p:to>
                                        <p:strVal val="visible"/>
                                      </p:to>
                                    </p:set>
                                    <p:animEffect transition="in" filter="fade">
                                      <p:cBhvr>
                                        <p:cTn id="7" dur="1000"/>
                                        <p:tgtEl>
                                          <p:spTgt spid="2097222"/>
                                        </p:tgtEl>
                                      </p:cBhvr>
                                    </p:animEffect>
                                    <p:anim calcmode="lin" valueType="num">
                                      <p:cBhvr>
                                        <p:cTn id="8" dur="1000" fill="hold"/>
                                        <p:tgtEl>
                                          <p:spTgt spid="2097222"/>
                                        </p:tgtEl>
                                        <p:attrNameLst>
                                          <p:attrName>ppt_x</p:attrName>
                                        </p:attrNameLst>
                                      </p:cBhvr>
                                      <p:tavLst>
                                        <p:tav tm="0">
                                          <p:val>
                                            <p:strVal val="#ppt_x"/>
                                          </p:val>
                                        </p:tav>
                                        <p:tav tm="100000">
                                          <p:val>
                                            <p:strVal val="#ppt_x"/>
                                          </p:val>
                                        </p:tav>
                                      </p:tavLst>
                                    </p:anim>
                                    <p:anim calcmode="lin" valueType="num">
                                      <p:cBhvr>
                                        <p:cTn id="9" dur="1000" fill="hold"/>
                                        <p:tgtEl>
                                          <p:spTgt spid="209722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300"/>
                                  </p:stCondLst>
                                  <p:childTnLst>
                                    <p:set>
                                      <p:cBhvr>
                                        <p:cTn id="11" dur="1" fill="hold">
                                          <p:stCondLst>
                                            <p:cond delay="0"/>
                                          </p:stCondLst>
                                        </p:cTn>
                                        <p:tgtEl>
                                          <p:spTgt spid="1048804"/>
                                        </p:tgtEl>
                                        <p:attrNameLst>
                                          <p:attrName>style.visibility</p:attrName>
                                        </p:attrNameLst>
                                      </p:cBhvr>
                                      <p:to>
                                        <p:strVal val="visible"/>
                                      </p:to>
                                    </p:set>
                                    <p:animEffect transition="in" filter="fade">
                                      <p:cBhvr>
                                        <p:cTn id="12" dur="1000"/>
                                        <p:tgtEl>
                                          <p:spTgt spid="1048804"/>
                                        </p:tgtEl>
                                      </p:cBhvr>
                                    </p:animEffect>
                                    <p:anim calcmode="lin" valueType="num">
                                      <p:cBhvr>
                                        <p:cTn id="13" dur="1000" fill="hold"/>
                                        <p:tgtEl>
                                          <p:spTgt spid="1048804"/>
                                        </p:tgtEl>
                                        <p:attrNameLst>
                                          <p:attrName>ppt_x</p:attrName>
                                        </p:attrNameLst>
                                      </p:cBhvr>
                                      <p:tavLst>
                                        <p:tav tm="0">
                                          <p:val>
                                            <p:strVal val="#ppt_x"/>
                                          </p:val>
                                        </p:tav>
                                        <p:tav tm="100000">
                                          <p:val>
                                            <p:strVal val="#ppt_x"/>
                                          </p:val>
                                        </p:tav>
                                      </p:tavLst>
                                    </p:anim>
                                    <p:anim calcmode="lin" valueType="num">
                                      <p:cBhvr>
                                        <p:cTn id="14" dur="1000" fill="hold"/>
                                        <p:tgtEl>
                                          <p:spTgt spid="104880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2097224"/>
                                        </p:tgtEl>
                                        <p:attrNameLst>
                                          <p:attrName>style.visibility</p:attrName>
                                        </p:attrNameLst>
                                      </p:cBhvr>
                                      <p:to>
                                        <p:strVal val="visible"/>
                                      </p:to>
                                    </p:set>
                                    <p:animEffect transition="in" filter="fade">
                                      <p:cBhvr>
                                        <p:cTn id="17" dur="1000"/>
                                        <p:tgtEl>
                                          <p:spTgt spid="2097224"/>
                                        </p:tgtEl>
                                      </p:cBhvr>
                                    </p:animEffect>
                                    <p:anim calcmode="lin" valueType="num">
                                      <p:cBhvr>
                                        <p:cTn id="18" dur="1000" fill="hold"/>
                                        <p:tgtEl>
                                          <p:spTgt spid="2097224"/>
                                        </p:tgtEl>
                                        <p:attrNameLst>
                                          <p:attrName>ppt_x</p:attrName>
                                        </p:attrNameLst>
                                      </p:cBhvr>
                                      <p:tavLst>
                                        <p:tav tm="0">
                                          <p:val>
                                            <p:strVal val="#ppt_x"/>
                                          </p:val>
                                        </p:tav>
                                        <p:tav tm="100000">
                                          <p:val>
                                            <p:strVal val="#ppt_x"/>
                                          </p:val>
                                        </p:tav>
                                      </p:tavLst>
                                    </p:anim>
                                    <p:anim calcmode="lin" valueType="num">
                                      <p:cBhvr>
                                        <p:cTn id="19" dur="1000" fill="hold"/>
                                        <p:tgtEl>
                                          <p:spTgt spid="209722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900"/>
                                  </p:stCondLst>
                                  <p:childTnLst>
                                    <p:set>
                                      <p:cBhvr>
                                        <p:cTn id="21" dur="1" fill="hold">
                                          <p:stCondLst>
                                            <p:cond delay="0"/>
                                          </p:stCondLst>
                                        </p:cTn>
                                        <p:tgtEl>
                                          <p:spTgt spid="2097226"/>
                                        </p:tgtEl>
                                        <p:attrNameLst>
                                          <p:attrName>style.visibility</p:attrName>
                                        </p:attrNameLst>
                                      </p:cBhvr>
                                      <p:to>
                                        <p:strVal val="visible"/>
                                      </p:to>
                                    </p:set>
                                    <p:animEffect transition="in" filter="fade">
                                      <p:cBhvr>
                                        <p:cTn id="22" dur="1000"/>
                                        <p:tgtEl>
                                          <p:spTgt spid="2097226"/>
                                        </p:tgtEl>
                                      </p:cBhvr>
                                    </p:animEffect>
                                    <p:anim calcmode="lin" valueType="num">
                                      <p:cBhvr>
                                        <p:cTn id="23" dur="1000" fill="hold"/>
                                        <p:tgtEl>
                                          <p:spTgt spid="2097226"/>
                                        </p:tgtEl>
                                        <p:attrNameLst>
                                          <p:attrName>ppt_x</p:attrName>
                                        </p:attrNameLst>
                                      </p:cBhvr>
                                      <p:tavLst>
                                        <p:tav tm="0">
                                          <p:val>
                                            <p:strVal val="#ppt_x"/>
                                          </p:val>
                                        </p:tav>
                                        <p:tav tm="100000">
                                          <p:val>
                                            <p:strVal val="#ppt_x"/>
                                          </p:val>
                                        </p:tav>
                                      </p:tavLst>
                                    </p:anim>
                                    <p:anim calcmode="lin" valueType="num">
                                      <p:cBhvr>
                                        <p:cTn id="24" dur="1000" fill="hold"/>
                                        <p:tgtEl>
                                          <p:spTgt spid="2097226"/>
                                        </p:tgtEl>
                                        <p:attrNameLst>
                                          <p:attrName>ppt_y</p:attrName>
                                        </p:attrNameLst>
                                      </p:cBhvr>
                                      <p:tavLst>
                                        <p:tav tm="0">
                                          <p:val>
                                            <p:strVal val="#ppt_y+.1"/>
                                          </p:val>
                                        </p:tav>
                                        <p:tav tm="100000">
                                          <p:val>
                                            <p:strVal val="#ppt_y"/>
                                          </p:val>
                                        </p:tav>
                                      </p:tavLst>
                                    </p:anim>
                                  </p:childTnLst>
                                </p:cTn>
                              </p:par>
                              <p:par>
                                <p:cTn id="25" presetID="41" presetClass="entr" presetSubtype="0" fill="hold" nodeType="withEffect">
                                  <p:stCondLst>
                                    <p:cond delay="400"/>
                                  </p:stCondLst>
                                  <p:iterate type="wd">
                                    <p:tmPct val="10000"/>
                                  </p:iterate>
                                  <p:childTnLst>
                                    <p:set>
                                      <p:cBhvr>
                                        <p:cTn id="26" dur="1" fill="hold">
                                          <p:stCondLst>
                                            <p:cond delay="0"/>
                                          </p:stCondLst>
                                        </p:cTn>
                                        <p:tgtEl>
                                          <p:spTgt spid="1048806"/>
                                        </p:tgtEl>
                                        <p:attrNameLst>
                                          <p:attrName>style.visibility</p:attrName>
                                        </p:attrNameLst>
                                      </p:cBhvr>
                                      <p:to>
                                        <p:strVal val="visible"/>
                                      </p:to>
                                    </p:set>
                                    <p:anim calcmode="lin" valueType="num">
                                      <p:cBhvr>
                                        <p:cTn id="27" dur="500" fill="hold"/>
                                        <p:tgtEl>
                                          <p:spTgt spid="1048806"/>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1048806"/>
                                        </p:tgtEl>
                                        <p:attrNameLst>
                                          <p:attrName>ppt_y</p:attrName>
                                        </p:attrNameLst>
                                      </p:cBhvr>
                                      <p:tavLst>
                                        <p:tav tm="0">
                                          <p:val>
                                            <p:strVal val="#ppt_y"/>
                                          </p:val>
                                        </p:tav>
                                        <p:tav tm="100000">
                                          <p:val>
                                            <p:strVal val="#ppt_y"/>
                                          </p:val>
                                        </p:tav>
                                      </p:tavLst>
                                    </p:anim>
                                    <p:anim calcmode="lin" valueType="num">
                                      <p:cBhvr>
                                        <p:cTn id="29" dur="500" fill="hold"/>
                                        <p:tgtEl>
                                          <p:spTgt spid="1048806"/>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1048806"/>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1048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8" name="图片 2"/>
          <p:cNvPicPr>
            <a:picLocks noChangeAspect="1"/>
          </p:cNvPicPr>
          <p:nvPr/>
        </p:nvPicPr>
        <p:blipFill>
          <a:blip r:embed="rId3"/>
          <a:stretch>
            <a:fillRect/>
          </a:stretch>
        </p:blipFill>
        <p:spPr>
          <a:xfrm>
            <a:off x="0" y="0"/>
            <a:ext cx="12191999" cy="6857999"/>
          </a:xfrm>
          <a:prstGeom prst="rect">
            <a:avLst/>
          </a:prstGeom>
        </p:spPr>
      </p:pic>
      <p:pic>
        <p:nvPicPr>
          <p:cNvPr id="2097199" name="图片 1"/>
          <p:cNvPicPr>
            <a:picLocks noChangeAspect="1"/>
          </p:cNvPicPr>
          <p:nvPr/>
        </p:nvPicPr>
        <p:blipFill rotWithShape="1">
          <a:blip r:embed="rId4" cstate="screen"/>
          <a:srcRect t="33862" r="30801"/>
          <a:stretch>
            <a:fillRect/>
          </a:stretch>
        </p:blipFill>
        <p:spPr>
          <a:xfrm>
            <a:off x="0" y="4573815"/>
            <a:ext cx="2321572" cy="2284185"/>
          </a:xfrm>
          <a:prstGeom prst="rect">
            <a:avLst/>
          </a:prstGeom>
        </p:spPr>
      </p:pic>
      <p:sp>
        <p:nvSpPr>
          <p:cNvPr id="1048667" name="文本框 3"/>
          <p:cNvSpPr txBox="1"/>
          <p:nvPr/>
        </p:nvSpPr>
        <p:spPr>
          <a:xfrm>
            <a:off x="6366295" y="5715907"/>
            <a:ext cx="5969479" cy="584775"/>
          </a:xfrm>
          <a:prstGeom prst="rect">
            <a:avLst/>
          </a:prstGeom>
          <a:noFill/>
        </p:spPr>
        <p:txBody>
          <a:bodyPr wrap="square" rtlCol="0">
            <a:spAutoFit/>
          </a:bodyPr>
          <a:lstStyle/>
          <a:p>
            <a:r>
              <a:rPr lang="en-US" altLang="zh-CN" sz="3200" dirty="0">
                <a:solidFill>
                  <a:schemeClr val="bg1"/>
                </a:solidFill>
                <a:latin typeface="华康海报体W12(P)" panose="040B0C00000000000000" pitchFamily="82" charset="-122"/>
                <a:ea typeface="华康海报体W12(P)" panose="040B0C00000000000000" pitchFamily="82" charset="-122"/>
              </a:rPr>
              <a:t>Methods of making zongzi</a:t>
            </a:r>
            <a:endParaRPr lang="zh-CN" altLang="en-US" sz="3200" dirty="0">
              <a:solidFill>
                <a:schemeClr val="bg1"/>
              </a:solidFill>
              <a:latin typeface="华康海报体W12(P)" panose="040B0C00000000000000" pitchFamily="82" charset="-122"/>
              <a:ea typeface="华康海报体W12(P)" panose="040B0C00000000000000" pitchFamily="8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97198"/>
                                        </p:tgtEl>
                                        <p:attrNameLst>
                                          <p:attrName>style.visibility</p:attrName>
                                        </p:attrNameLst>
                                      </p:cBhvr>
                                      <p:to>
                                        <p:strVal val="visible"/>
                                      </p:to>
                                    </p:set>
                                    <p:animEffect transition="in" filter="fade">
                                      <p:cBhvr>
                                        <p:cTn id="7" dur="1000"/>
                                        <p:tgtEl>
                                          <p:spTgt spid="2097198"/>
                                        </p:tgtEl>
                                      </p:cBhvr>
                                    </p:animEffect>
                                    <p:anim calcmode="lin" valueType="num">
                                      <p:cBhvr>
                                        <p:cTn id="8" dur="1000" fill="hold"/>
                                        <p:tgtEl>
                                          <p:spTgt spid="2097198"/>
                                        </p:tgtEl>
                                        <p:attrNameLst>
                                          <p:attrName>ppt_x</p:attrName>
                                        </p:attrNameLst>
                                      </p:cBhvr>
                                      <p:tavLst>
                                        <p:tav tm="0">
                                          <p:val>
                                            <p:strVal val="#ppt_x"/>
                                          </p:val>
                                        </p:tav>
                                        <p:tav tm="100000">
                                          <p:val>
                                            <p:strVal val="#ppt_x"/>
                                          </p:val>
                                        </p:tav>
                                      </p:tavLst>
                                    </p:anim>
                                    <p:anim calcmode="lin" valueType="num">
                                      <p:cBhvr>
                                        <p:cTn id="9" dur="1000" fill="hold"/>
                                        <p:tgtEl>
                                          <p:spTgt spid="209719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300"/>
                                  </p:stCondLst>
                                  <p:childTnLst>
                                    <p:set>
                                      <p:cBhvr>
                                        <p:cTn id="11" dur="1" fill="hold">
                                          <p:stCondLst>
                                            <p:cond delay="0"/>
                                          </p:stCondLst>
                                        </p:cTn>
                                        <p:tgtEl>
                                          <p:spTgt spid="2097199"/>
                                        </p:tgtEl>
                                        <p:attrNameLst>
                                          <p:attrName>style.visibility</p:attrName>
                                        </p:attrNameLst>
                                      </p:cBhvr>
                                      <p:to>
                                        <p:strVal val="visible"/>
                                      </p:to>
                                    </p:set>
                                    <p:animEffect transition="in" filter="fade">
                                      <p:cBhvr>
                                        <p:cTn id="12" dur="1000"/>
                                        <p:tgtEl>
                                          <p:spTgt spid="2097199"/>
                                        </p:tgtEl>
                                      </p:cBhvr>
                                    </p:animEffect>
                                    <p:anim calcmode="lin" valueType="num">
                                      <p:cBhvr>
                                        <p:cTn id="13" dur="1000" fill="hold"/>
                                        <p:tgtEl>
                                          <p:spTgt spid="2097199"/>
                                        </p:tgtEl>
                                        <p:attrNameLst>
                                          <p:attrName>ppt_x</p:attrName>
                                        </p:attrNameLst>
                                      </p:cBhvr>
                                      <p:tavLst>
                                        <p:tav tm="0">
                                          <p:val>
                                            <p:strVal val="#ppt_x"/>
                                          </p:val>
                                        </p:tav>
                                        <p:tav tm="100000">
                                          <p:val>
                                            <p:strVal val="#ppt_x"/>
                                          </p:val>
                                        </p:tav>
                                      </p:tavLst>
                                    </p:anim>
                                    <p:anim calcmode="lin" valueType="num">
                                      <p:cBhvr>
                                        <p:cTn id="14" dur="1000" fill="hold"/>
                                        <p:tgtEl>
                                          <p:spTgt spid="20971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2" name="图片 2"/>
          <p:cNvPicPr>
            <a:picLocks noChangeAspect="1"/>
          </p:cNvPicPr>
          <p:nvPr/>
        </p:nvPicPr>
        <p:blipFill rotWithShape="1">
          <a:blip r:embed="rId3" cstate="screen">
            <a:duotone>
              <a:schemeClr val="accent6">
                <a:shade val="45000"/>
                <a:satMod val="135000"/>
              </a:schemeClr>
              <a:prstClr val="white"/>
            </a:duotone>
          </a:blip>
          <a:srcRect l="16016" t="35216" r="29113" b="53211"/>
          <a:stretch>
            <a:fillRect/>
          </a:stretch>
        </p:blipFill>
        <p:spPr>
          <a:xfrm>
            <a:off x="2968873" y="0"/>
            <a:ext cx="7761535" cy="1596572"/>
          </a:xfrm>
          <a:prstGeom prst="rect">
            <a:avLst/>
          </a:prstGeom>
        </p:spPr>
      </p:pic>
      <p:sp>
        <p:nvSpPr>
          <p:cNvPr id="1048658" name="矩形 9"/>
          <p:cNvSpPr/>
          <p:nvPr/>
        </p:nvSpPr>
        <p:spPr>
          <a:xfrm>
            <a:off x="8311232" y="286456"/>
            <a:ext cx="3441700" cy="3393440"/>
          </a:xfrm>
          <a:prstGeom prst="rect">
            <a:avLst/>
          </a:prstGeom>
          <a:noFill/>
        </p:spPr>
        <p:txBody>
          <a:bodyPr wrap="square" rtlCol="0">
            <a:spAutoFit/>
          </a:bodyPr>
          <a:lstStyle/>
          <a:p>
            <a:pPr indent="457200" algn="just">
              <a:lnSpc>
                <a:spcPts val="2600"/>
              </a:lnSpc>
            </a:pPr>
            <a:r>
              <a:t>Glutinous rice filled with meat, nuts or bean paste and wrapped in bamboo leaves. It is associated with Dragon Boat Festival with historical meaning.The custom of eating zongzi is now popular in North and South Korea, Japan and Southeast Asian nation。</a:t>
            </a:r>
            <a:endParaRPr lang="zh-CN" altLang="en-US"/>
          </a:p>
          <a:p>
            <a:pPr indent="457200" algn="just">
              <a:lnSpc>
                <a:spcPts val="2600"/>
              </a:lnSpc>
            </a:pPr>
            <a:endParaRPr lang="zh-CN" altLang="en-US"/>
          </a:p>
        </p:txBody>
      </p:sp>
      <p:pic>
        <p:nvPicPr>
          <p:cNvPr id="2097193" name="图片 5"/>
          <p:cNvPicPr>
            <a:picLocks noChangeAspect="1"/>
          </p:cNvPicPr>
          <p:nvPr/>
        </p:nvPicPr>
        <p:blipFill>
          <a:blip r:embed="rId4" cstate="screen"/>
          <a:stretch>
            <a:fillRect/>
          </a:stretch>
        </p:blipFill>
        <p:spPr>
          <a:xfrm>
            <a:off x="1102184" y="1259925"/>
            <a:ext cx="4223621" cy="352437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097194" name="图片 6"/>
          <p:cNvPicPr>
            <a:picLocks noChangeAspect="1"/>
          </p:cNvPicPr>
          <p:nvPr/>
        </p:nvPicPr>
        <p:blipFill>
          <a:blip r:embed="rId5"/>
          <a:stretch>
            <a:fillRect/>
          </a:stretch>
        </p:blipFill>
        <p:spPr>
          <a:xfrm rot="1146712">
            <a:off x="2965913" y="4234974"/>
            <a:ext cx="3271133" cy="214668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48787" name="文本框 1048786"/>
          <p:cNvSpPr txBox="1"/>
          <p:nvPr/>
        </p:nvSpPr>
        <p:spPr>
          <a:xfrm>
            <a:off x="7620000" y="3832859"/>
            <a:ext cx="4572000" cy="3025140"/>
          </a:xfrm>
          <a:prstGeom prst="rect">
            <a:avLst/>
          </a:prstGeom>
        </p:spPr>
        <p:txBody>
          <a:bodyPr wrap="square" rtlCol="0">
            <a:spAutoFit/>
          </a:bodyPr>
          <a:lstStyle/>
          <a:p>
            <a:r>
              <a:rPr lang="zh-CN" sz="2800">
                <a:solidFill>
                  <a:srgbClr val="000000"/>
                </a:solidFill>
              </a:rPr>
              <a:t>糯米一般先用肉、坚果或者豆沙馅填充起来，然后再用竹叶包裹起来。这是和端午节的历史意义紧密结合在一起的。吃粽子的习俗，现在已经在朝鲜、韩国、日本和东南亚国家流行开来。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withEffect">
                                  <p:stCondLst>
                                    <p:cond delay="300"/>
                                  </p:stCondLst>
                                  <p:childTnLst>
                                    <p:set>
                                      <p:cBhvr>
                                        <p:cTn id="6" dur="1" fill="hold">
                                          <p:stCondLst>
                                            <p:cond delay="0"/>
                                          </p:stCondLst>
                                        </p:cTn>
                                        <p:tgtEl>
                                          <p:spTgt spid="2097192"/>
                                        </p:tgtEl>
                                        <p:attrNameLst>
                                          <p:attrName>style.visibility</p:attrName>
                                        </p:attrNameLst>
                                      </p:cBhvr>
                                      <p:to>
                                        <p:strVal val="visible"/>
                                      </p:to>
                                    </p:set>
                                    <p:animEffect transition="in" filter="fade">
                                      <p:cBhvr>
                                        <p:cTn id="7" dur="1000"/>
                                        <p:tgtEl>
                                          <p:spTgt spid="2097192"/>
                                        </p:tgtEl>
                                      </p:cBhvr>
                                    </p:animEffect>
                                    <p:anim calcmode="lin" valueType="num">
                                      <p:cBhvr>
                                        <p:cTn id="8" dur="1000" fill="hold"/>
                                        <p:tgtEl>
                                          <p:spTgt spid="2097192"/>
                                        </p:tgtEl>
                                        <p:attrNameLst>
                                          <p:attrName>ppt_x</p:attrName>
                                        </p:attrNameLst>
                                      </p:cBhvr>
                                      <p:tavLst>
                                        <p:tav tm="0">
                                          <p:val>
                                            <p:strVal val="#ppt_x"/>
                                          </p:val>
                                        </p:tav>
                                        <p:tav tm="100000">
                                          <p:val>
                                            <p:strVal val="#ppt_x"/>
                                          </p:val>
                                        </p:tav>
                                      </p:tavLst>
                                    </p:anim>
                                    <p:anim calcmode="lin" valueType="num">
                                      <p:cBhvr>
                                        <p:cTn id="9" dur="1000" fill="hold"/>
                                        <p:tgtEl>
                                          <p:spTgt spid="209719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500"/>
                                  </p:stCondLst>
                                  <p:childTnLst>
                                    <p:set>
                                      <p:cBhvr>
                                        <p:cTn id="13" dur="1" fill="hold">
                                          <p:stCondLst>
                                            <p:cond delay="0"/>
                                          </p:stCondLst>
                                        </p:cTn>
                                        <p:tgtEl>
                                          <p:spTgt spid="2097193"/>
                                        </p:tgtEl>
                                        <p:attrNameLst>
                                          <p:attrName>style.visibility</p:attrName>
                                        </p:attrNameLst>
                                      </p:cBhvr>
                                      <p:to>
                                        <p:strVal val="visible"/>
                                      </p:to>
                                    </p:set>
                                    <p:animEffect transition="in" filter="fade">
                                      <p:cBhvr>
                                        <p:cTn id="14" dur="1000"/>
                                        <p:tgtEl>
                                          <p:spTgt spid="2097193"/>
                                        </p:tgtEl>
                                      </p:cBhvr>
                                    </p:animEffect>
                                    <p:anim calcmode="lin" valueType="num">
                                      <p:cBhvr>
                                        <p:cTn id="15" dur="1000" fill="hold"/>
                                        <p:tgtEl>
                                          <p:spTgt spid="2097193"/>
                                        </p:tgtEl>
                                        <p:attrNameLst>
                                          <p:attrName>ppt_x</p:attrName>
                                        </p:attrNameLst>
                                      </p:cBhvr>
                                      <p:tavLst>
                                        <p:tav tm="0">
                                          <p:val>
                                            <p:strVal val="#ppt_x"/>
                                          </p:val>
                                        </p:tav>
                                        <p:tav tm="100000">
                                          <p:val>
                                            <p:strVal val="#ppt_x"/>
                                          </p:val>
                                        </p:tav>
                                      </p:tavLst>
                                    </p:anim>
                                    <p:anim calcmode="lin" valueType="num">
                                      <p:cBhvr>
                                        <p:cTn id="16" dur="1000" fill="hold"/>
                                        <p:tgtEl>
                                          <p:spTgt spid="209719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800"/>
                                  </p:stCondLst>
                                  <p:childTnLst>
                                    <p:set>
                                      <p:cBhvr>
                                        <p:cTn id="18" dur="1" fill="hold">
                                          <p:stCondLst>
                                            <p:cond delay="0"/>
                                          </p:stCondLst>
                                        </p:cTn>
                                        <p:tgtEl>
                                          <p:spTgt spid="2097194"/>
                                        </p:tgtEl>
                                        <p:attrNameLst>
                                          <p:attrName>style.visibility</p:attrName>
                                        </p:attrNameLst>
                                      </p:cBhvr>
                                      <p:to>
                                        <p:strVal val="visible"/>
                                      </p:to>
                                    </p:set>
                                    <p:animEffect transition="in" filter="fade">
                                      <p:cBhvr>
                                        <p:cTn id="19" dur="1000"/>
                                        <p:tgtEl>
                                          <p:spTgt spid="2097194"/>
                                        </p:tgtEl>
                                      </p:cBhvr>
                                    </p:animEffect>
                                    <p:anim calcmode="lin" valueType="num">
                                      <p:cBhvr>
                                        <p:cTn id="20" dur="1000" fill="hold"/>
                                        <p:tgtEl>
                                          <p:spTgt spid="2097194"/>
                                        </p:tgtEl>
                                        <p:attrNameLst>
                                          <p:attrName>ppt_x</p:attrName>
                                        </p:attrNameLst>
                                      </p:cBhvr>
                                      <p:tavLst>
                                        <p:tav tm="0">
                                          <p:val>
                                            <p:strVal val="#ppt_x"/>
                                          </p:val>
                                        </p:tav>
                                        <p:tav tm="100000">
                                          <p:val>
                                            <p:strVal val="#ppt_x"/>
                                          </p:val>
                                        </p:tav>
                                      </p:tavLst>
                                    </p:anim>
                                    <p:anim calcmode="lin" valueType="num">
                                      <p:cBhvr>
                                        <p:cTn id="21" dur="1000" fill="hold"/>
                                        <p:tgtEl>
                                          <p:spTgt spid="2097194"/>
                                        </p:tgtEl>
                                        <p:attrNameLst>
                                          <p:attrName>ppt_y</p:attrName>
                                        </p:attrNameLst>
                                      </p:cBhvr>
                                      <p:tavLst>
                                        <p:tav tm="0">
                                          <p:val>
                                            <p:strVal val="#ppt_y+.1"/>
                                          </p:val>
                                        </p:tav>
                                        <p:tav tm="100000">
                                          <p:val>
                                            <p:strVal val="#ppt_y"/>
                                          </p:val>
                                        </p:tav>
                                      </p:tavLst>
                                    </p:anim>
                                  </p:childTnLst>
                                </p:cTn>
                              </p:par>
                              <p:par>
                                <p:cTn id="22" presetID="41" presetClass="entr" presetSubtype="0" fill="hold" grpId="0" nodeType="withEffect">
                                  <p:stCondLst>
                                    <p:cond delay="400"/>
                                  </p:stCondLst>
                                  <p:iterate type="wd">
                                    <p:tmPct val="10000"/>
                                  </p:iterate>
                                  <p:childTnLst>
                                    <p:set>
                                      <p:cBhvr>
                                        <p:cTn id="23" dur="1" fill="hold">
                                          <p:stCondLst>
                                            <p:cond delay="0"/>
                                          </p:stCondLst>
                                        </p:cTn>
                                        <p:tgtEl>
                                          <p:spTgt spid="1048658"/>
                                        </p:tgtEl>
                                        <p:attrNameLst>
                                          <p:attrName>style.visibility</p:attrName>
                                        </p:attrNameLst>
                                      </p:cBhvr>
                                      <p:to>
                                        <p:strVal val="visible"/>
                                      </p:to>
                                    </p:set>
                                    <p:anim calcmode="lin" valueType="num">
                                      <p:cBhvr>
                                        <p:cTn id="24" dur="500" fill="hold"/>
                                        <p:tgtEl>
                                          <p:spTgt spid="1048658"/>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1048658"/>
                                        </p:tgtEl>
                                        <p:attrNameLst>
                                          <p:attrName>ppt_y</p:attrName>
                                        </p:attrNameLst>
                                      </p:cBhvr>
                                      <p:tavLst>
                                        <p:tav tm="0">
                                          <p:val>
                                            <p:strVal val="#ppt_y"/>
                                          </p:val>
                                        </p:tav>
                                        <p:tav tm="100000">
                                          <p:val>
                                            <p:strVal val="#ppt_y"/>
                                          </p:val>
                                        </p:tav>
                                      </p:tavLst>
                                    </p:anim>
                                    <p:anim calcmode="lin" valueType="num">
                                      <p:cBhvr>
                                        <p:cTn id="26" dur="500" fill="hold"/>
                                        <p:tgtEl>
                                          <p:spTgt spid="1048658"/>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1048658"/>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1048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0" name="图片 1"/>
          <p:cNvPicPr>
            <a:picLocks noChangeAspect="1"/>
          </p:cNvPicPr>
          <p:nvPr/>
        </p:nvPicPr>
        <p:blipFill rotWithShape="1">
          <a:blip r:embed="rId3" cstate="screen"/>
          <a:srcRect/>
          <a:stretch>
            <a:fillRect/>
          </a:stretch>
        </p:blipFill>
        <p:spPr>
          <a:xfrm>
            <a:off x="884277" y="892430"/>
            <a:ext cx="2730500" cy="18542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097201" name="图片 2"/>
          <p:cNvPicPr>
            <a:picLocks noChangeAspect="1"/>
          </p:cNvPicPr>
          <p:nvPr/>
        </p:nvPicPr>
        <p:blipFill rotWithShape="1">
          <a:blip r:embed="rId4" cstate="screen"/>
          <a:srcRect/>
          <a:stretch>
            <a:fillRect/>
          </a:stretch>
        </p:blipFill>
        <p:spPr>
          <a:xfrm>
            <a:off x="4684616" y="670378"/>
            <a:ext cx="2730500" cy="194310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097202" name="图片 4"/>
          <p:cNvPicPr>
            <a:picLocks noChangeAspect="1"/>
          </p:cNvPicPr>
          <p:nvPr/>
        </p:nvPicPr>
        <p:blipFill rotWithShape="1">
          <a:blip r:embed="rId5" cstate="screen"/>
          <a:srcRect/>
          <a:stretch>
            <a:fillRect/>
          </a:stretch>
        </p:blipFill>
        <p:spPr>
          <a:xfrm>
            <a:off x="8627665" y="3426901"/>
            <a:ext cx="2627086" cy="190365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48672" name="文本框 5"/>
          <p:cNvSpPr txBox="1"/>
          <p:nvPr/>
        </p:nvSpPr>
        <p:spPr>
          <a:xfrm rot="21309299">
            <a:off x="4419379" y="2823402"/>
            <a:ext cx="3988592" cy="369332"/>
          </a:xfrm>
          <a:prstGeom prst="rect">
            <a:avLst/>
          </a:prstGeom>
          <a:noFill/>
        </p:spPr>
        <p:txBody>
          <a:bodyPr wrap="none" rtlCol="0">
            <a:spAutoFit/>
          </a:bodyPr>
          <a:lstStyle/>
          <a:p>
            <a:r>
              <a:rPr lang="en-US" altLang="zh-CN" dirty="0"/>
              <a:t>Put in a small amount of glutinous rice</a:t>
            </a:r>
            <a:endParaRPr lang="zh-CN" altLang="en-US" dirty="0"/>
          </a:p>
        </p:txBody>
      </p:sp>
      <p:pic>
        <p:nvPicPr>
          <p:cNvPr id="2097203" name="图片 6"/>
          <p:cNvPicPr>
            <a:picLocks noChangeAspect="1"/>
          </p:cNvPicPr>
          <p:nvPr/>
        </p:nvPicPr>
        <p:blipFill rotWithShape="1">
          <a:blip r:embed="rId6" cstate="screen"/>
          <a:srcRect/>
          <a:stretch>
            <a:fillRect/>
          </a:stretch>
        </p:blipFill>
        <p:spPr>
          <a:xfrm>
            <a:off x="8416443" y="670378"/>
            <a:ext cx="2540000" cy="19050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48673" name="文本框 7"/>
          <p:cNvSpPr txBox="1"/>
          <p:nvPr/>
        </p:nvSpPr>
        <p:spPr>
          <a:xfrm rot="21309299">
            <a:off x="8639522" y="2743386"/>
            <a:ext cx="2093843" cy="369332"/>
          </a:xfrm>
          <a:prstGeom prst="rect">
            <a:avLst/>
          </a:prstGeom>
          <a:noFill/>
        </p:spPr>
        <p:txBody>
          <a:bodyPr wrap="none" rtlCol="0">
            <a:spAutoFit/>
          </a:bodyPr>
          <a:lstStyle/>
          <a:p>
            <a:r>
              <a:rPr lang="en-US" altLang="zh-CN" dirty="0"/>
              <a:t> subsidiary material</a:t>
            </a:r>
            <a:endParaRPr lang="zh-CN" altLang="en-US" dirty="0"/>
          </a:p>
        </p:txBody>
      </p:sp>
      <p:pic>
        <p:nvPicPr>
          <p:cNvPr id="2097204" name="图片 8"/>
          <p:cNvPicPr>
            <a:picLocks noChangeAspect="1"/>
          </p:cNvPicPr>
          <p:nvPr/>
        </p:nvPicPr>
        <p:blipFill rotWithShape="1">
          <a:blip r:embed="rId7" cstate="screen"/>
          <a:srcRect/>
          <a:stretch>
            <a:fillRect/>
          </a:stretch>
        </p:blipFill>
        <p:spPr>
          <a:xfrm>
            <a:off x="1074056" y="3843077"/>
            <a:ext cx="2957544" cy="19050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48674" name="文本框 9"/>
          <p:cNvSpPr txBox="1"/>
          <p:nvPr/>
        </p:nvSpPr>
        <p:spPr>
          <a:xfrm rot="21309299">
            <a:off x="902154" y="6061030"/>
            <a:ext cx="3624710" cy="369332"/>
          </a:xfrm>
          <a:prstGeom prst="rect">
            <a:avLst/>
          </a:prstGeom>
          <a:noFill/>
        </p:spPr>
        <p:txBody>
          <a:bodyPr wrap="none" rtlCol="0">
            <a:spAutoFit/>
          </a:bodyPr>
          <a:lstStyle/>
          <a:p>
            <a:r>
              <a:rPr lang="en-US" altLang="zh-CN" dirty="0"/>
              <a:t>Add another layer of glutinous rice</a:t>
            </a:r>
            <a:endParaRPr lang="zh-CN" altLang="en-US" dirty="0"/>
          </a:p>
        </p:txBody>
      </p:sp>
      <p:pic>
        <p:nvPicPr>
          <p:cNvPr id="2097205" name="图片 10"/>
          <p:cNvPicPr>
            <a:picLocks noChangeAspect="1"/>
          </p:cNvPicPr>
          <p:nvPr/>
        </p:nvPicPr>
        <p:blipFill rotWithShape="1">
          <a:blip r:embed="rId8" cstate="screen"/>
          <a:srcRect/>
          <a:stretch>
            <a:fillRect/>
          </a:stretch>
        </p:blipFill>
        <p:spPr>
          <a:xfrm>
            <a:off x="4969585" y="3611177"/>
            <a:ext cx="2705100" cy="184785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48675" name="文本框 11"/>
          <p:cNvSpPr txBox="1"/>
          <p:nvPr/>
        </p:nvSpPr>
        <p:spPr>
          <a:xfrm rot="21309299">
            <a:off x="4888164" y="5843284"/>
            <a:ext cx="3179075" cy="369332"/>
          </a:xfrm>
          <a:prstGeom prst="rect">
            <a:avLst/>
          </a:prstGeom>
          <a:noFill/>
        </p:spPr>
        <p:txBody>
          <a:bodyPr wrap="none" rtlCol="0">
            <a:spAutoFit/>
          </a:bodyPr>
          <a:lstStyle/>
          <a:p>
            <a:r>
              <a:rPr lang="en-US" altLang="zh-CN" dirty="0"/>
              <a:t>Wrap the glutinous rice tightly</a:t>
            </a:r>
            <a:endParaRPr lang="zh-CN" altLang="en-US" dirty="0"/>
          </a:p>
        </p:txBody>
      </p:sp>
      <p:sp>
        <p:nvSpPr>
          <p:cNvPr id="1048676" name="文本框 12"/>
          <p:cNvSpPr txBox="1"/>
          <p:nvPr/>
        </p:nvSpPr>
        <p:spPr>
          <a:xfrm rot="21309299">
            <a:off x="8368183" y="5709730"/>
            <a:ext cx="3632726" cy="369332"/>
          </a:xfrm>
          <a:prstGeom prst="rect">
            <a:avLst/>
          </a:prstGeom>
          <a:noFill/>
        </p:spPr>
        <p:txBody>
          <a:bodyPr wrap="none" rtlCol="0">
            <a:spAutoFit/>
          </a:bodyPr>
          <a:lstStyle/>
          <a:p>
            <a:r>
              <a:rPr lang="en-US" altLang="zh-CN" dirty="0"/>
              <a:t>Wrap the leaves tightly with a rope</a:t>
            </a:r>
            <a:endParaRPr lang="zh-CN" altLang="en-US" dirty="0"/>
          </a:p>
        </p:txBody>
      </p:sp>
      <p:sp>
        <p:nvSpPr>
          <p:cNvPr id="14" name="文本框 3">
            <a:extLst>
              <a:ext uri="{FF2B5EF4-FFF2-40B4-BE49-F238E27FC236}">
                <a16:creationId xmlns:a16="http://schemas.microsoft.com/office/drawing/2014/main" id="{AF9FD09D-6FC2-454B-AE59-3392AABE0069}"/>
              </a:ext>
            </a:extLst>
          </p:cNvPr>
          <p:cNvSpPr txBox="1"/>
          <p:nvPr/>
        </p:nvSpPr>
        <p:spPr>
          <a:xfrm rot="21309299">
            <a:off x="722962" y="3026365"/>
            <a:ext cx="3398687" cy="369332"/>
          </a:xfrm>
          <a:prstGeom prst="rect">
            <a:avLst/>
          </a:prstGeom>
          <a:noFill/>
        </p:spPr>
        <p:txBody>
          <a:bodyPr wrap="none" rtlCol="0">
            <a:spAutoFit/>
          </a:bodyPr>
          <a:lstStyle/>
          <a:p>
            <a:r>
              <a:rPr lang="en-US" altLang="zh-CN" dirty="0"/>
              <a:t>Fold the two leaves into a funnel</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97200"/>
                                        </p:tgtEl>
                                        <p:attrNameLst>
                                          <p:attrName>style.visibility</p:attrName>
                                        </p:attrNameLst>
                                      </p:cBhvr>
                                      <p:to>
                                        <p:strVal val="visible"/>
                                      </p:to>
                                    </p:set>
                                    <p:animEffect transition="in" filter="fade">
                                      <p:cBhvr>
                                        <p:cTn id="7" dur="1000"/>
                                        <p:tgtEl>
                                          <p:spTgt spid="2097200"/>
                                        </p:tgtEl>
                                      </p:cBhvr>
                                    </p:animEffect>
                                    <p:anim calcmode="lin" valueType="num">
                                      <p:cBhvr>
                                        <p:cTn id="8" dur="1000" fill="hold"/>
                                        <p:tgtEl>
                                          <p:spTgt spid="2097200"/>
                                        </p:tgtEl>
                                        <p:attrNameLst>
                                          <p:attrName>ppt_x</p:attrName>
                                        </p:attrNameLst>
                                      </p:cBhvr>
                                      <p:tavLst>
                                        <p:tav tm="0">
                                          <p:val>
                                            <p:strVal val="#ppt_x"/>
                                          </p:val>
                                        </p:tav>
                                        <p:tav tm="100000">
                                          <p:val>
                                            <p:strVal val="#ppt_x"/>
                                          </p:val>
                                        </p:tav>
                                      </p:tavLst>
                                    </p:anim>
                                    <p:anim calcmode="lin" valueType="num">
                                      <p:cBhvr>
                                        <p:cTn id="9" dur="1000" fill="hold"/>
                                        <p:tgtEl>
                                          <p:spTgt spid="209720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097201"/>
                                        </p:tgtEl>
                                        <p:attrNameLst>
                                          <p:attrName>style.visibility</p:attrName>
                                        </p:attrNameLst>
                                      </p:cBhvr>
                                      <p:to>
                                        <p:strVal val="visible"/>
                                      </p:to>
                                    </p:set>
                                    <p:animEffect transition="in" filter="fade">
                                      <p:cBhvr>
                                        <p:cTn id="19" dur="1000"/>
                                        <p:tgtEl>
                                          <p:spTgt spid="2097201"/>
                                        </p:tgtEl>
                                      </p:cBhvr>
                                    </p:animEffect>
                                    <p:anim calcmode="lin" valueType="num">
                                      <p:cBhvr>
                                        <p:cTn id="20" dur="1000" fill="hold"/>
                                        <p:tgtEl>
                                          <p:spTgt spid="2097201"/>
                                        </p:tgtEl>
                                        <p:attrNameLst>
                                          <p:attrName>ppt_x</p:attrName>
                                        </p:attrNameLst>
                                      </p:cBhvr>
                                      <p:tavLst>
                                        <p:tav tm="0">
                                          <p:val>
                                            <p:strVal val="#ppt_x"/>
                                          </p:val>
                                        </p:tav>
                                        <p:tav tm="100000">
                                          <p:val>
                                            <p:strVal val="#ppt_x"/>
                                          </p:val>
                                        </p:tav>
                                      </p:tavLst>
                                    </p:anim>
                                    <p:anim calcmode="lin" valueType="num">
                                      <p:cBhvr>
                                        <p:cTn id="21" dur="1000" fill="hold"/>
                                        <p:tgtEl>
                                          <p:spTgt spid="209720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48672"/>
                                        </p:tgtEl>
                                        <p:attrNameLst>
                                          <p:attrName>style.visibility</p:attrName>
                                        </p:attrNameLst>
                                      </p:cBhvr>
                                      <p:to>
                                        <p:strVal val="visible"/>
                                      </p:to>
                                    </p:set>
                                    <p:animEffect transition="in" filter="fade">
                                      <p:cBhvr>
                                        <p:cTn id="24" dur="1000"/>
                                        <p:tgtEl>
                                          <p:spTgt spid="1048672"/>
                                        </p:tgtEl>
                                      </p:cBhvr>
                                    </p:animEffect>
                                    <p:anim calcmode="lin" valueType="num">
                                      <p:cBhvr>
                                        <p:cTn id="25" dur="1000" fill="hold"/>
                                        <p:tgtEl>
                                          <p:spTgt spid="1048672"/>
                                        </p:tgtEl>
                                        <p:attrNameLst>
                                          <p:attrName>ppt_x</p:attrName>
                                        </p:attrNameLst>
                                      </p:cBhvr>
                                      <p:tavLst>
                                        <p:tav tm="0">
                                          <p:val>
                                            <p:strVal val="#ppt_x"/>
                                          </p:val>
                                        </p:tav>
                                        <p:tav tm="100000">
                                          <p:val>
                                            <p:strVal val="#ppt_x"/>
                                          </p:val>
                                        </p:tav>
                                      </p:tavLst>
                                    </p:anim>
                                    <p:anim calcmode="lin" valueType="num">
                                      <p:cBhvr>
                                        <p:cTn id="26" dur="1000" fill="hold"/>
                                        <p:tgtEl>
                                          <p:spTgt spid="104867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097203"/>
                                        </p:tgtEl>
                                        <p:attrNameLst>
                                          <p:attrName>style.visibility</p:attrName>
                                        </p:attrNameLst>
                                      </p:cBhvr>
                                      <p:to>
                                        <p:strVal val="visible"/>
                                      </p:to>
                                    </p:set>
                                    <p:animEffect transition="in" filter="fade">
                                      <p:cBhvr>
                                        <p:cTn id="31" dur="1000"/>
                                        <p:tgtEl>
                                          <p:spTgt spid="2097203"/>
                                        </p:tgtEl>
                                      </p:cBhvr>
                                    </p:animEffect>
                                    <p:anim calcmode="lin" valueType="num">
                                      <p:cBhvr>
                                        <p:cTn id="32" dur="1000" fill="hold"/>
                                        <p:tgtEl>
                                          <p:spTgt spid="2097203"/>
                                        </p:tgtEl>
                                        <p:attrNameLst>
                                          <p:attrName>ppt_x</p:attrName>
                                        </p:attrNameLst>
                                      </p:cBhvr>
                                      <p:tavLst>
                                        <p:tav tm="0">
                                          <p:val>
                                            <p:strVal val="#ppt_x"/>
                                          </p:val>
                                        </p:tav>
                                        <p:tav tm="100000">
                                          <p:val>
                                            <p:strVal val="#ppt_x"/>
                                          </p:val>
                                        </p:tav>
                                      </p:tavLst>
                                    </p:anim>
                                    <p:anim calcmode="lin" valueType="num">
                                      <p:cBhvr>
                                        <p:cTn id="33" dur="1000" fill="hold"/>
                                        <p:tgtEl>
                                          <p:spTgt spid="209720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48673"/>
                                        </p:tgtEl>
                                        <p:attrNameLst>
                                          <p:attrName>style.visibility</p:attrName>
                                        </p:attrNameLst>
                                      </p:cBhvr>
                                      <p:to>
                                        <p:strVal val="visible"/>
                                      </p:to>
                                    </p:set>
                                    <p:animEffect transition="in" filter="fade">
                                      <p:cBhvr>
                                        <p:cTn id="36" dur="1000"/>
                                        <p:tgtEl>
                                          <p:spTgt spid="1048673"/>
                                        </p:tgtEl>
                                      </p:cBhvr>
                                    </p:animEffect>
                                    <p:anim calcmode="lin" valueType="num">
                                      <p:cBhvr>
                                        <p:cTn id="37" dur="1000" fill="hold"/>
                                        <p:tgtEl>
                                          <p:spTgt spid="1048673"/>
                                        </p:tgtEl>
                                        <p:attrNameLst>
                                          <p:attrName>ppt_x</p:attrName>
                                        </p:attrNameLst>
                                      </p:cBhvr>
                                      <p:tavLst>
                                        <p:tav tm="0">
                                          <p:val>
                                            <p:strVal val="#ppt_x"/>
                                          </p:val>
                                        </p:tav>
                                        <p:tav tm="100000">
                                          <p:val>
                                            <p:strVal val="#ppt_x"/>
                                          </p:val>
                                        </p:tav>
                                      </p:tavLst>
                                    </p:anim>
                                    <p:anim calcmode="lin" valueType="num">
                                      <p:cBhvr>
                                        <p:cTn id="38" dur="1000" fill="hold"/>
                                        <p:tgtEl>
                                          <p:spTgt spid="104867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097204"/>
                                        </p:tgtEl>
                                        <p:attrNameLst>
                                          <p:attrName>style.visibility</p:attrName>
                                        </p:attrNameLst>
                                      </p:cBhvr>
                                      <p:to>
                                        <p:strVal val="visible"/>
                                      </p:to>
                                    </p:set>
                                    <p:animEffect transition="in" filter="fade">
                                      <p:cBhvr>
                                        <p:cTn id="43" dur="1000"/>
                                        <p:tgtEl>
                                          <p:spTgt spid="2097204"/>
                                        </p:tgtEl>
                                      </p:cBhvr>
                                    </p:animEffect>
                                    <p:anim calcmode="lin" valueType="num">
                                      <p:cBhvr>
                                        <p:cTn id="44" dur="1000" fill="hold"/>
                                        <p:tgtEl>
                                          <p:spTgt spid="2097204"/>
                                        </p:tgtEl>
                                        <p:attrNameLst>
                                          <p:attrName>ppt_x</p:attrName>
                                        </p:attrNameLst>
                                      </p:cBhvr>
                                      <p:tavLst>
                                        <p:tav tm="0">
                                          <p:val>
                                            <p:strVal val="#ppt_x"/>
                                          </p:val>
                                        </p:tav>
                                        <p:tav tm="100000">
                                          <p:val>
                                            <p:strVal val="#ppt_x"/>
                                          </p:val>
                                        </p:tav>
                                      </p:tavLst>
                                    </p:anim>
                                    <p:anim calcmode="lin" valueType="num">
                                      <p:cBhvr>
                                        <p:cTn id="45" dur="1000" fill="hold"/>
                                        <p:tgtEl>
                                          <p:spTgt spid="209720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048674"/>
                                        </p:tgtEl>
                                        <p:attrNameLst>
                                          <p:attrName>style.visibility</p:attrName>
                                        </p:attrNameLst>
                                      </p:cBhvr>
                                      <p:to>
                                        <p:strVal val="visible"/>
                                      </p:to>
                                    </p:set>
                                    <p:animEffect transition="in" filter="fade">
                                      <p:cBhvr>
                                        <p:cTn id="48" dur="1000"/>
                                        <p:tgtEl>
                                          <p:spTgt spid="1048674"/>
                                        </p:tgtEl>
                                      </p:cBhvr>
                                    </p:animEffect>
                                    <p:anim calcmode="lin" valueType="num">
                                      <p:cBhvr>
                                        <p:cTn id="49" dur="1000" fill="hold"/>
                                        <p:tgtEl>
                                          <p:spTgt spid="1048674"/>
                                        </p:tgtEl>
                                        <p:attrNameLst>
                                          <p:attrName>ppt_x</p:attrName>
                                        </p:attrNameLst>
                                      </p:cBhvr>
                                      <p:tavLst>
                                        <p:tav tm="0">
                                          <p:val>
                                            <p:strVal val="#ppt_x"/>
                                          </p:val>
                                        </p:tav>
                                        <p:tav tm="100000">
                                          <p:val>
                                            <p:strVal val="#ppt_x"/>
                                          </p:val>
                                        </p:tav>
                                      </p:tavLst>
                                    </p:anim>
                                    <p:anim calcmode="lin" valueType="num">
                                      <p:cBhvr>
                                        <p:cTn id="50" dur="1000" fill="hold"/>
                                        <p:tgtEl>
                                          <p:spTgt spid="1048674"/>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2097205"/>
                                        </p:tgtEl>
                                        <p:attrNameLst>
                                          <p:attrName>style.visibility</p:attrName>
                                        </p:attrNameLst>
                                      </p:cBhvr>
                                      <p:to>
                                        <p:strVal val="visible"/>
                                      </p:to>
                                    </p:set>
                                    <p:animEffect transition="in" filter="fade">
                                      <p:cBhvr>
                                        <p:cTn id="55" dur="1000"/>
                                        <p:tgtEl>
                                          <p:spTgt spid="2097205"/>
                                        </p:tgtEl>
                                      </p:cBhvr>
                                    </p:animEffect>
                                    <p:anim calcmode="lin" valueType="num">
                                      <p:cBhvr>
                                        <p:cTn id="56" dur="1000" fill="hold"/>
                                        <p:tgtEl>
                                          <p:spTgt spid="2097205"/>
                                        </p:tgtEl>
                                        <p:attrNameLst>
                                          <p:attrName>ppt_x</p:attrName>
                                        </p:attrNameLst>
                                      </p:cBhvr>
                                      <p:tavLst>
                                        <p:tav tm="0">
                                          <p:val>
                                            <p:strVal val="#ppt_x"/>
                                          </p:val>
                                        </p:tav>
                                        <p:tav tm="100000">
                                          <p:val>
                                            <p:strVal val="#ppt_x"/>
                                          </p:val>
                                        </p:tav>
                                      </p:tavLst>
                                    </p:anim>
                                    <p:anim calcmode="lin" valueType="num">
                                      <p:cBhvr>
                                        <p:cTn id="57" dur="1000" fill="hold"/>
                                        <p:tgtEl>
                                          <p:spTgt spid="209720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048675"/>
                                        </p:tgtEl>
                                        <p:attrNameLst>
                                          <p:attrName>style.visibility</p:attrName>
                                        </p:attrNameLst>
                                      </p:cBhvr>
                                      <p:to>
                                        <p:strVal val="visible"/>
                                      </p:to>
                                    </p:set>
                                    <p:animEffect transition="in" filter="fade">
                                      <p:cBhvr>
                                        <p:cTn id="60" dur="1000"/>
                                        <p:tgtEl>
                                          <p:spTgt spid="1048675"/>
                                        </p:tgtEl>
                                      </p:cBhvr>
                                    </p:animEffect>
                                    <p:anim calcmode="lin" valueType="num">
                                      <p:cBhvr>
                                        <p:cTn id="61" dur="1000" fill="hold"/>
                                        <p:tgtEl>
                                          <p:spTgt spid="1048675"/>
                                        </p:tgtEl>
                                        <p:attrNameLst>
                                          <p:attrName>ppt_x</p:attrName>
                                        </p:attrNameLst>
                                      </p:cBhvr>
                                      <p:tavLst>
                                        <p:tav tm="0">
                                          <p:val>
                                            <p:strVal val="#ppt_x"/>
                                          </p:val>
                                        </p:tav>
                                        <p:tav tm="100000">
                                          <p:val>
                                            <p:strVal val="#ppt_x"/>
                                          </p:val>
                                        </p:tav>
                                      </p:tavLst>
                                    </p:anim>
                                    <p:anim calcmode="lin" valueType="num">
                                      <p:cBhvr>
                                        <p:cTn id="62" dur="1000" fill="hold"/>
                                        <p:tgtEl>
                                          <p:spTgt spid="1048675"/>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2097202"/>
                                        </p:tgtEl>
                                        <p:attrNameLst>
                                          <p:attrName>style.visibility</p:attrName>
                                        </p:attrNameLst>
                                      </p:cBhvr>
                                      <p:to>
                                        <p:strVal val="visible"/>
                                      </p:to>
                                    </p:set>
                                    <p:animEffect transition="in" filter="fade">
                                      <p:cBhvr>
                                        <p:cTn id="67" dur="1000"/>
                                        <p:tgtEl>
                                          <p:spTgt spid="2097202"/>
                                        </p:tgtEl>
                                      </p:cBhvr>
                                    </p:animEffect>
                                    <p:anim calcmode="lin" valueType="num">
                                      <p:cBhvr>
                                        <p:cTn id="68" dur="1000" fill="hold"/>
                                        <p:tgtEl>
                                          <p:spTgt spid="2097202"/>
                                        </p:tgtEl>
                                        <p:attrNameLst>
                                          <p:attrName>ppt_x</p:attrName>
                                        </p:attrNameLst>
                                      </p:cBhvr>
                                      <p:tavLst>
                                        <p:tav tm="0">
                                          <p:val>
                                            <p:strVal val="#ppt_x"/>
                                          </p:val>
                                        </p:tav>
                                        <p:tav tm="100000">
                                          <p:val>
                                            <p:strVal val="#ppt_x"/>
                                          </p:val>
                                        </p:tav>
                                      </p:tavLst>
                                    </p:anim>
                                    <p:anim calcmode="lin" valueType="num">
                                      <p:cBhvr>
                                        <p:cTn id="69" dur="1000" fill="hold"/>
                                        <p:tgtEl>
                                          <p:spTgt spid="209720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048676"/>
                                        </p:tgtEl>
                                        <p:attrNameLst>
                                          <p:attrName>style.visibility</p:attrName>
                                        </p:attrNameLst>
                                      </p:cBhvr>
                                      <p:to>
                                        <p:strVal val="visible"/>
                                      </p:to>
                                    </p:set>
                                    <p:animEffect transition="in" filter="fade">
                                      <p:cBhvr>
                                        <p:cTn id="72" dur="1000"/>
                                        <p:tgtEl>
                                          <p:spTgt spid="1048676"/>
                                        </p:tgtEl>
                                      </p:cBhvr>
                                    </p:animEffect>
                                    <p:anim calcmode="lin" valueType="num">
                                      <p:cBhvr>
                                        <p:cTn id="73" dur="1000" fill="hold"/>
                                        <p:tgtEl>
                                          <p:spTgt spid="1048676"/>
                                        </p:tgtEl>
                                        <p:attrNameLst>
                                          <p:attrName>ppt_x</p:attrName>
                                        </p:attrNameLst>
                                      </p:cBhvr>
                                      <p:tavLst>
                                        <p:tav tm="0">
                                          <p:val>
                                            <p:strVal val="#ppt_x"/>
                                          </p:val>
                                        </p:tav>
                                        <p:tav tm="100000">
                                          <p:val>
                                            <p:strVal val="#ppt_x"/>
                                          </p:val>
                                        </p:tav>
                                      </p:tavLst>
                                    </p:anim>
                                    <p:anim calcmode="lin" valueType="num">
                                      <p:cBhvr>
                                        <p:cTn id="74" dur="1000" fill="hold"/>
                                        <p:tgtEl>
                                          <p:spTgt spid="10486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2" grpId="0"/>
      <p:bldP spid="1048673" grpId="0"/>
      <p:bldP spid="1048674" grpId="0"/>
      <p:bldP spid="1048675" grpId="0"/>
      <p:bldP spid="1048676"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6" name="图片 6"/>
          <p:cNvPicPr>
            <a:picLocks noChangeAspect="1"/>
          </p:cNvPicPr>
          <p:nvPr/>
        </p:nvPicPr>
        <p:blipFill>
          <a:blip r:embed="rId3" cstate="screen"/>
          <a:stretch>
            <a:fillRect/>
          </a:stretch>
        </p:blipFill>
        <p:spPr>
          <a:xfrm>
            <a:off x="4165600" y="4292613"/>
            <a:ext cx="8026400" cy="2565387"/>
          </a:xfrm>
          <a:prstGeom prst="rect">
            <a:avLst/>
          </a:prstGeom>
        </p:spPr>
      </p:pic>
      <p:pic>
        <p:nvPicPr>
          <p:cNvPr id="2097207" name="图片 4"/>
          <p:cNvPicPr>
            <a:picLocks noChangeAspect="1"/>
          </p:cNvPicPr>
          <p:nvPr/>
        </p:nvPicPr>
        <p:blipFill>
          <a:blip r:embed="rId4" cstate="screen"/>
          <a:stretch>
            <a:fillRect/>
          </a:stretch>
        </p:blipFill>
        <p:spPr>
          <a:xfrm>
            <a:off x="1" y="5105400"/>
            <a:ext cx="4732020" cy="1752600"/>
          </a:xfrm>
          <a:prstGeom prst="rect">
            <a:avLst/>
          </a:prstGeom>
        </p:spPr>
      </p:pic>
      <p:sp>
        <p:nvSpPr>
          <p:cNvPr id="1048680" name="矩形 17"/>
          <p:cNvSpPr/>
          <p:nvPr/>
        </p:nvSpPr>
        <p:spPr>
          <a:xfrm>
            <a:off x="3663011" y="3714691"/>
            <a:ext cx="5081520" cy="400110"/>
          </a:xfrm>
          <a:prstGeom prst="rect">
            <a:avLst/>
          </a:prstGeom>
        </p:spPr>
        <p:txBody>
          <a:bodyPr wrap="square">
            <a:spAutoFit/>
          </a:bodyPr>
          <a:lstStyle/>
          <a:p>
            <a:pPr algn="dist"/>
            <a:r>
              <a:rPr lang="zh-CN" altLang="en-US" sz="2000" dirty="0">
                <a:latin typeface="+mn-ea"/>
              </a:rPr>
              <a:t> HAPPY DRAGON BOAT FESTIVAL </a:t>
            </a:r>
          </a:p>
        </p:txBody>
      </p:sp>
      <p:grpSp>
        <p:nvGrpSpPr>
          <p:cNvPr id="98" name="组合 31"/>
          <p:cNvGrpSpPr/>
          <p:nvPr/>
        </p:nvGrpSpPr>
        <p:grpSpPr>
          <a:xfrm>
            <a:off x="4055147" y="3208547"/>
            <a:ext cx="4179192" cy="419100"/>
            <a:chOff x="3492500" y="2616200"/>
            <a:chExt cx="4179192" cy="419100"/>
          </a:xfrm>
        </p:grpSpPr>
        <p:sp>
          <p:nvSpPr>
            <p:cNvPr id="1048681" name="椭圆 21"/>
            <p:cNvSpPr/>
            <p:nvPr/>
          </p:nvSpPr>
          <p:spPr>
            <a:xfrm>
              <a:off x="3492500"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中</a:t>
              </a:r>
            </a:p>
          </p:txBody>
        </p:sp>
        <p:sp>
          <p:nvSpPr>
            <p:cNvPr id="1048682" name="椭圆 22"/>
            <p:cNvSpPr/>
            <p:nvPr/>
          </p:nvSpPr>
          <p:spPr>
            <a:xfrm>
              <a:off x="4029656"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国</a:t>
              </a:r>
            </a:p>
          </p:txBody>
        </p:sp>
        <p:sp>
          <p:nvSpPr>
            <p:cNvPr id="1048683" name="椭圆 23"/>
            <p:cNvSpPr/>
            <p:nvPr/>
          </p:nvSpPr>
          <p:spPr>
            <a:xfrm>
              <a:off x="4566812"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传</a:t>
              </a:r>
            </a:p>
          </p:txBody>
        </p:sp>
        <p:sp>
          <p:nvSpPr>
            <p:cNvPr id="1048684" name="椭圆 24"/>
            <p:cNvSpPr/>
            <p:nvPr/>
          </p:nvSpPr>
          <p:spPr>
            <a:xfrm>
              <a:off x="5103968"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统</a:t>
              </a:r>
            </a:p>
          </p:txBody>
        </p:sp>
        <p:sp>
          <p:nvSpPr>
            <p:cNvPr id="1048685" name="椭圆 25"/>
            <p:cNvSpPr/>
            <p:nvPr/>
          </p:nvSpPr>
          <p:spPr>
            <a:xfrm>
              <a:off x="5641124"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节</a:t>
              </a:r>
            </a:p>
          </p:txBody>
        </p:sp>
        <p:sp>
          <p:nvSpPr>
            <p:cNvPr id="1048686" name="椭圆 26"/>
            <p:cNvSpPr/>
            <p:nvPr/>
          </p:nvSpPr>
          <p:spPr>
            <a:xfrm>
              <a:off x="6178280"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日</a:t>
              </a:r>
            </a:p>
          </p:txBody>
        </p:sp>
        <p:sp>
          <p:nvSpPr>
            <p:cNvPr id="1048687" name="椭圆 27"/>
            <p:cNvSpPr/>
            <p:nvPr/>
          </p:nvSpPr>
          <p:spPr>
            <a:xfrm>
              <a:off x="6715436"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端</a:t>
              </a:r>
            </a:p>
          </p:txBody>
        </p:sp>
        <p:sp>
          <p:nvSpPr>
            <p:cNvPr id="1048688" name="椭圆 28"/>
            <p:cNvSpPr/>
            <p:nvPr/>
          </p:nvSpPr>
          <p:spPr>
            <a:xfrm>
              <a:off x="7252592" y="2616200"/>
              <a:ext cx="419100" cy="419100"/>
            </a:xfrm>
            <a:prstGeom prst="ellipse">
              <a:avLst/>
            </a:prstGeom>
            <a:solidFill>
              <a:srgbClr val="548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午</a:t>
              </a:r>
            </a:p>
          </p:txBody>
        </p:sp>
      </p:grpSp>
      <p:grpSp>
        <p:nvGrpSpPr>
          <p:cNvPr id="99" name="组合 36"/>
          <p:cNvGrpSpPr/>
          <p:nvPr/>
        </p:nvGrpSpPr>
        <p:grpSpPr>
          <a:xfrm>
            <a:off x="3374938" y="395615"/>
            <a:ext cx="5885180" cy="3319076"/>
            <a:chOff x="3374938" y="21363"/>
            <a:chExt cx="5885180" cy="3319076"/>
          </a:xfrm>
        </p:grpSpPr>
        <p:pic>
          <p:nvPicPr>
            <p:cNvPr id="2097208" name="图片 1"/>
            <p:cNvPicPr>
              <a:picLocks noChangeAspect="1"/>
            </p:cNvPicPr>
            <p:nvPr/>
          </p:nvPicPr>
          <p:blipFill rotWithShape="1">
            <a:blip r:embed="rId5" cstate="screen"/>
            <a:srcRect/>
            <a:stretch>
              <a:fillRect/>
            </a:stretch>
          </p:blipFill>
          <p:spPr>
            <a:xfrm>
              <a:off x="3995722" y="1163854"/>
              <a:ext cx="4637003" cy="2176585"/>
            </a:xfrm>
            <a:prstGeom prst="rect">
              <a:avLst/>
            </a:prstGeom>
          </p:spPr>
        </p:pic>
        <p:sp>
          <p:nvSpPr>
            <p:cNvPr id="1048689" name="文本框 15"/>
            <p:cNvSpPr txBox="1"/>
            <p:nvPr/>
          </p:nvSpPr>
          <p:spPr>
            <a:xfrm>
              <a:off x="3374938" y="21363"/>
              <a:ext cx="5885180" cy="1805941"/>
            </a:xfrm>
            <a:prstGeom prst="rect">
              <a:avLst/>
            </a:prstGeom>
            <a:noFill/>
          </p:spPr>
          <p:txBody>
            <a:bodyPr wrap="none" rtlCol="0">
              <a:spAutoFit/>
            </a:bodyPr>
            <a:lstStyle/>
            <a:p>
              <a:r>
                <a:rPr lang="en-US" altLang="zh-CN" sz="11500" dirty="0">
                  <a:latin typeface="演示新手书" panose="00000500000000000000" pitchFamily="2" charset="-122"/>
                  <a:ea typeface="演示新手书" panose="00000500000000000000" pitchFamily="2" charset="-122"/>
                </a:rPr>
                <a:t>THANKS</a:t>
              </a:r>
              <a:endParaRPr lang="zh-CN" altLang="en-US" sz="11500" dirty="0">
                <a:latin typeface="演示新手书" panose="00000500000000000000" pitchFamily="2" charset="-122"/>
                <a:ea typeface="演示新手书" panose="00000500000000000000" pitchFamily="2" charset="-122"/>
              </a:endParaRPr>
            </a:p>
          </p:txBody>
        </p:sp>
      </p:grpSp>
      <p:pic>
        <p:nvPicPr>
          <p:cNvPr id="2097209" name="图片 37"/>
          <p:cNvPicPr>
            <a:picLocks noChangeAspect="1"/>
          </p:cNvPicPr>
          <p:nvPr/>
        </p:nvPicPr>
        <p:blipFill rotWithShape="1">
          <a:blip r:embed="rId6" cstate="screen"/>
          <a:srcRect/>
          <a:stretch>
            <a:fillRect/>
          </a:stretch>
        </p:blipFill>
        <p:spPr>
          <a:xfrm>
            <a:off x="0" y="0"/>
            <a:ext cx="1790700" cy="4114801"/>
          </a:xfrm>
          <a:prstGeom prst="rect">
            <a:avLst/>
          </a:prstGeom>
        </p:spPr>
      </p:pic>
      <p:grpSp>
        <p:nvGrpSpPr>
          <p:cNvPr id="100" name="组合 41"/>
          <p:cNvGrpSpPr/>
          <p:nvPr/>
        </p:nvGrpSpPr>
        <p:grpSpPr>
          <a:xfrm>
            <a:off x="183337" y="3860967"/>
            <a:ext cx="12037691" cy="90575"/>
            <a:chOff x="154309" y="3501229"/>
            <a:chExt cx="12037691" cy="90575"/>
          </a:xfrm>
        </p:grpSpPr>
        <p:pic>
          <p:nvPicPr>
            <p:cNvPr id="2097210" name="图片 39"/>
            <p:cNvPicPr>
              <a:picLocks noChangeAspect="1"/>
            </p:cNvPicPr>
            <p:nvPr/>
          </p:nvPicPr>
          <p:blipFill rotWithShape="1">
            <a:blip r:embed="rId7" cstate="screen"/>
            <a:srcRect/>
            <a:stretch>
              <a:fillRect/>
            </a:stretch>
          </p:blipFill>
          <p:spPr>
            <a:xfrm>
              <a:off x="154309" y="3501229"/>
              <a:ext cx="3325464" cy="90575"/>
            </a:xfrm>
            <a:prstGeom prst="rect">
              <a:avLst/>
            </a:prstGeom>
          </p:spPr>
        </p:pic>
        <p:pic>
          <p:nvPicPr>
            <p:cNvPr id="2097211" name="图片 40"/>
            <p:cNvPicPr>
              <a:picLocks noChangeAspect="1"/>
            </p:cNvPicPr>
            <p:nvPr/>
          </p:nvPicPr>
          <p:blipFill rotWithShape="1">
            <a:blip r:embed="rId7" cstate="screen"/>
            <a:srcRect/>
            <a:stretch>
              <a:fillRect/>
            </a:stretch>
          </p:blipFill>
          <p:spPr>
            <a:xfrm rot="10800000">
              <a:off x="8866536" y="3501229"/>
              <a:ext cx="3325464" cy="90575"/>
            </a:xfrm>
            <a:prstGeom prst="rect">
              <a:avLst/>
            </a:prstGeom>
          </p:spPr>
        </p:pic>
      </p:grpSp>
      <p:pic>
        <p:nvPicPr>
          <p:cNvPr id="2097212" name="图片 43"/>
          <p:cNvPicPr>
            <a:picLocks noChangeAspect="1"/>
          </p:cNvPicPr>
          <p:nvPr/>
        </p:nvPicPr>
        <p:blipFill>
          <a:blip r:embed="rId8" cstate="screen"/>
          <a:stretch>
            <a:fillRect/>
          </a:stretch>
        </p:blipFill>
        <p:spPr>
          <a:xfrm>
            <a:off x="5523348" y="4317424"/>
            <a:ext cx="765410" cy="573133"/>
          </a:xfrm>
          <a:prstGeom prst="rect">
            <a:avLst/>
          </a:prstGeom>
        </p:spPr>
      </p:pic>
      <p:pic>
        <p:nvPicPr>
          <p:cNvPr id="2097213" name="图片 29"/>
          <p:cNvPicPr>
            <a:picLocks noChangeAspect="1"/>
          </p:cNvPicPr>
          <p:nvPr/>
        </p:nvPicPr>
        <p:blipFill rotWithShape="1">
          <a:blip r:embed="rId9" cstate="screen"/>
          <a:srcRect l="16016" t="35216" r="29113" b="53211"/>
          <a:stretch>
            <a:fillRect/>
          </a:stretch>
        </p:blipFill>
        <p:spPr>
          <a:xfrm>
            <a:off x="4780679" y="4877388"/>
            <a:ext cx="2916504" cy="599934"/>
          </a:xfrm>
          <a:prstGeom prst="rect">
            <a:avLst/>
          </a:prstGeom>
        </p:spPr>
      </p:pic>
      <p:sp>
        <p:nvSpPr>
          <p:cNvPr id="1048692" name="文本框 30"/>
          <p:cNvSpPr txBox="1"/>
          <p:nvPr/>
        </p:nvSpPr>
        <p:spPr>
          <a:xfrm>
            <a:off x="5248732" y="4998285"/>
            <a:ext cx="1910079" cy="358140"/>
          </a:xfrm>
          <a:prstGeom prst="rect">
            <a:avLst/>
          </a:prstGeom>
          <a:noFill/>
        </p:spPr>
        <p:txBody>
          <a:bodyPr wrap="none" rtlCol="0">
            <a:spAutoFit/>
          </a:bodyPr>
          <a:lstStyle/>
          <a:p>
            <a:r>
              <a:rPr lang="en-US" altLang="zh-CN" dirty="0">
                <a:solidFill>
                  <a:schemeClr val="bg1"/>
                </a:solidFill>
              </a:rPr>
              <a:t>DESIGN BY 1PPT</a:t>
            </a:r>
            <a:endParaRPr lang="zh-CN" alt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97213"/>
                                        </p:tgtEl>
                                        <p:attrNameLst>
                                          <p:attrName>style.visibility</p:attrName>
                                        </p:attrNameLst>
                                      </p:cBhvr>
                                      <p:to>
                                        <p:strVal val="visible"/>
                                      </p:to>
                                    </p:set>
                                    <p:animEffect transition="in" filter="fade">
                                      <p:cBhvr>
                                        <p:cTn id="7" dur="1000"/>
                                        <p:tgtEl>
                                          <p:spTgt spid="2097213"/>
                                        </p:tgtEl>
                                      </p:cBhvr>
                                    </p:animEffect>
                                    <p:anim calcmode="lin" valueType="num">
                                      <p:cBhvr>
                                        <p:cTn id="8" dur="1000" fill="hold"/>
                                        <p:tgtEl>
                                          <p:spTgt spid="2097213"/>
                                        </p:tgtEl>
                                        <p:attrNameLst>
                                          <p:attrName>ppt_x</p:attrName>
                                        </p:attrNameLst>
                                      </p:cBhvr>
                                      <p:tavLst>
                                        <p:tav tm="0">
                                          <p:val>
                                            <p:strVal val="#ppt_x"/>
                                          </p:val>
                                        </p:tav>
                                        <p:tav tm="100000">
                                          <p:val>
                                            <p:strVal val="#ppt_x"/>
                                          </p:val>
                                        </p:tav>
                                      </p:tavLst>
                                    </p:anim>
                                    <p:anim calcmode="lin" valueType="num">
                                      <p:cBhvr>
                                        <p:cTn id="9" dur="1000" fill="hold"/>
                                        <p:tgtEl>
                                          <p:spTgt spid="20972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742</Words>
  <Application>Microsoft Office PowerPoint</Application>
  <PresentationFormat>宽屏</PresentationFormat>
  <Paragraphs>57</Paragraphs>
  <Slides>9</Slides>
  <Notes>9</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9</vt:i4>
      </vt:variant>
    </vt:vector>
  </HeadingPairs>
  <TitlesOfParts>
    <vt:vector size="19" baseType="lpstr">
      <vt:lpstr>等线</vt:lpstr>
      <vt:lpstr>等线 Light</vt:lpstr>
      <vt:lpstr>方正少儿简体</vt:lpstr>
      <vt:lpstr>方正毡笔黑简体</vt:lpstr>
      <vt:lpstr>华康海报体W12(P)</vt:lpstr>
      <vt:lpstr>演示新手书</vt:lpstr>
      <vt:lpstr>Arial</vt:lpstr>
      <vt:lpstr>Calibri</vt:lpstr>
      <vt:lpstr>第一PPT，www.1ppt.com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www.1ppt.com</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端午节</dc:title>
  <dc:creator>第一PPT</dc:creator>
  <cp:lastModifiedBy>增泓两</cp:lastModifiedBy>
  <cp:revision>5</cp:revision>
  <dcterms:created xsi:type="dcterms:W3CDTF">2016-04-28T16:52:34Z</dcterms:created>
  <dcterms:modified xsi:type="dcterms:W3CDTF">2021-04-25T15:23:45Z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318fe517a05e490d81f2d0794ab03ce4</vt:lpwstr>
  </property>
</Properties>
</file>